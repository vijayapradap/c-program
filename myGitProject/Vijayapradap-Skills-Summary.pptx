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147474312"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651" autoAdjust="0"/>
  </p:normalViewPr>
  <p:slideViewPr>
    <p:cSldViewPr snapToGrid="0">
      <p:cViewPr varScale="1">
        <p:scale>
          <a:sx n="83" d="100"/>
          <a:sy n="83" d="100"/>
        </p:scale>
        <p:origin x="65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ar, Sunil" userId="4f77459c-16a4-4009-b327-344daae15966" providerId="ADAL" clId="{FFBE9617-D20A-46F4-8113-C84732937A82}"/>
    <pc:docChg chg="modSld">
      <pc:chgData name="Kumar, Sunil" userId="4f77459c-16a4-4009-b327-344daae15966" providerId="ADAL" clId="{FFBE9617-D20A-46F4-8113-C84732937A82}" dt="2025-01-24T11:11:08.940" v="146" actId="20577"/>
      <pc:docMkLst>
        <pc:docMk/>
      </pc:docMkLst>
      <pc:sldChg chg="addSp modSp mod">
        <pc:chgData name="Kumar, Sunil" userId="4f77459c-16a4-4009-b327-344daae15966" providerId="ADAL" clId="{FFBE9617-D20A-46F4-8113-C84732937A82}" dt="2025-01-24T11:11:08.940" v="146" actId="20577"/>
        <pc:sldMkLst>
          <pc:docMk/>
          <pc:sldMk cId="3526278043" sldId="2147474312"/>
        </pc:sldMkLst>
        <pc:spChg chg="mod">
          <ac:chgData name="Kumar, Sunil" userId="4f77459c-16a4-4009-b327-344daae15966" providerId="ADAL" clId="{FFBE9617-D20A-46F4-8113-C84732937A82}" dt="2025-01-24T11:09:31.835" v="112" actId="6549"/>
          <ac:spMkLst>
            <pc:docMk/>
            <pc:sldMk cId="3526278043" sldId="2147474312"/>
            <ac:spMk id="3" creationId="{E2B5074B-1154-8CB4-60EA-972248477CAD}"/>
          </ac:spMkLst>
        </pc:spChg>
        <pc:spChg chg="mod">
          <ac:chgData name="Kumar, Sunil" userId="4f77459c-16a4-4009-b327-344daae15966" providerId="ADAL" clId="{FFBE9617-D20A-46F4-8113-C84732937A82}" dt="2025-01-24T09:18:05.649" v="11" actId="113"/>
          <ac:spMkLst>
            <pc:docMk/>
            <pc:sldMk cId="3526278043" sldId="2147474312"/>
            <ac:spMk id="4" creationId="{061917A8-3C16-CC64-46B7-0B10C4ED564B}"/>
          </ac:spMkLst>
        </pc:spChg>
        <pc:spChg chg="add mod">
          <ac:chgData name="Kumar, Sunil" userId="4f77459c-16a4-4009-b327-344daae15966" providerId="ADAL" clId="{FFBE9617-D20A-46F4-8113-C84732937A82}" dt="2025-01-24T11:09:13.882" v="107" actId="6549"/>
          <ac:spMkLst>
            <pc:docMk/>
            <pc:sldMk cId="3526278043" sldId="2147474312"/>
            <ac:spMk id="5" creationId="{769B6581-34D1-C9E5-9A06-2F759DB4E05A}"/>
          </ac:spMkLst>
        </pc:spChg>
        <pc:spChg chg="mod">
          <ac:chgData name="Kumar, Sunil" userId="4f77459c-16a4-4009-b327-344daae15966" providerId="ADAL" clId="{FFBE9617-D20A-46F4-8113-C84732937A82}" dt="2025-01-24T11:04:20.720" v="32" actId="179"/>
          <ac:spMkLst>
            <pc:docMk/>
            <pc:sldMk cId="3526278043" sldId="2147474312"/>
            <ac:spMk id="7" creationId="{5CF5C32C-5730-885D-7ABD-54A37C6D739E}"/>
          </ac:spMkLst>
        </pc:spChg>
        <pc:spChg chg="mod">
          <ac:chgData name="Kumar, Sunil" userId="4f77459c-16a4-4009-b327-344daae15966" providerId="ADAL" clId="{FFBE9617-D20A-46F4-8113-C84732937A82}" dt="2025-01-24T11:03:16.660" v="19" actId="14100"/>
          <ac:spMkLst>
            <pc:docMk/>
            <pc:sldMk cId="3526278043" sldId="2147474312"/>
            <ac:spMk id="43" creationId="{744F064D-F5DF-C302-ED12-12B372C0A96F}"/>
          </ac:spMkLst>
        </pc:spChg>
        <pc:spChg chg="mod">
          <ac:chgData name="Kumar, Sunil" userId="4f77459c-16a4-4009-b327-344daae15966" providerId="ADAL" clId="{FFBE9617-D20A-46F4-8113-C84732937A82}" dt="2025-01-24T11:04:56.704" v="37" actId="2711"/>
          <ac:spMkLst>
            <pc:docMk/>
            <pc:sldMk cId="3526278043" sldId="2147474312"/>
            <ac:spMk id="48" creationId="{551CC06C-E395-575A-4C62-28D23EB2362B}"/>
          </ac:spMkLst>
        </pc:spChg>
        <pc:spChg chg="mod">
          <ac:chgData name="Kumar, Sunil" userId="4f77459c-16a4-4009-b327-344daae15966" providerId="ADAL" clId="{FFBE9617-D20A-46F4-8113-C84732937A82}" dt="2025-01-24T11:04:37.917" v="34" actId="2711"/>
          <ac:spMkLst>
            <pc:docMk/>
            <pc:sldMk cId="3526278043" sldId="2147474312"/>
            <ac:spMk id="54" creationId="{4FC2C7AD-1D6A-D90E-6A1B-C1EB6D26CE5E}"/>
          </ac:spMkLst>
        </pc:spChg>
        <pc:spChg chg="mod">
          <ac:chgData name="Kumar, Sunil" userId="4f77459c-16a4-4009-b327-344daae15966" providerId="ADAL" clId="{FFBE9617-D20A-46F4-8113-C84732937A82}" dt="2025-01-24T11:11:08.940" v="146" actId="20577"/>
          <ac:spMkLst>
            <pc:docMk/>
            <pc:sldMk cId="3526278043" sldId="2147474312"/>
            <ac:spMk id="55" creationId="{C7DAA2F3-BEF0-D3D1-113D-F77695B62E33}"/>
          </ac:spMkLst>
        </pc:spChg>
        <pc:picChg chg="mod">
          <ac:chgData name="Kumar, Sunil" userId="4f77459c-16a4-4009-b327-344daae15966" providerId="ADAL" clId="{FFBE9617-D20A-46F4-8113-C84732937A82}" dt="2025-01-24T09:17:44.763" v="8" actId="1076"/>
          <ac:picMkLst>
            <pc:docMk/>
            <pc:sldMk cId="3526278043" sldId="2147474312"/>
            <ac:picMk id="6" creationId="{FB3B7D84-ED48-AAA9-F92D-1ACC8409936D}"/>
          </ac:picMkLst>
        </pc:picChg>
      </pc:sldChg>
    </pc:docChg>
  </pc:docChgLst>
  <pc:docChgLst>
    <pc:chgData name="Murugavel, Vijayapradap" userId="d5546c5a-ea4c-4905-b2a0-5942aa744088" providerId="ADAL" clId="{51E9AC9D-6249-4F53-89F1-AE25881C226A}"/>
    <pc:docChg chg="undo redo custSel modSld">
      <pc:chgData name="Murugavel, Vijayapradap" userId="d5546c5a-ea4c-4905-b2a0-5942aa744088" providerId="ADAL" clId="{51E9AC9D-6249-4F53-89F1-AE25881C226A}" dt="2025-03-23T07:52:40.147" v="1906" actId="20577"/>
      <pc:docMkLst>
        <pc:docMk/>
      </pc:docMkLst>
      <pc:sldChg chg="modSp mod">
        <pc:chgData name="Murugavel, Vijayapradap" userId="d5546c5a-ea4c-4905-b2a0-5942aa744088" providerId="ADAL" clId="{51E9AC9D-6249-4F53-89F1-AE25881C226A}" dt="2025-03-23T07:52:40.147" v="1906" actId="20577"/>
        <pc:sldMkLst>
          <pc:docMk/>
          <pc:sldMk cId="3526278043" sldId="2147474312"/>
        </pc:sldMkLst>
        <pc:spChg chg="mod">
          <ac:chgData name="Murugavel, Vijayapradap" userId="d5546c5a-ea4c-4905-b2a0-5942aa744088" providerId="ADAL" clId="{51E9AC9D-6249-4F53-89F1-AE25881C226A}" dt="2025-03-23T07:44:10.601" v="1814"/>
          <ac:spMkLst>
            <pc:docMk/>
            <pc:sldMk cId="3526278043" sldId="2147474312"/>
            <ac:spMk id="3" creationId="{E2B5074B-1154-8CB4-60EA-972248477CAD}"/>
          </ac:spMkLst>
        </pc:spChg>
        <pc:spChg chg="mod">
          <ac:chgData name="Murugavel, Vijayapradap" userId="d5546c5a-ea4c-4905-b2a0-5942aa744088" providerId="ADAL" clId="{51E9AC9D-6249-4F53-89F1-AE25881C226A}" dt="2025-03-23T07:52:40.147" v="1906" actId="20577"/>
          <ac:spMkLst>
            <pc:docMk/>
            <pc:sldMk cId="3526278043" sldId="2147474312"/>
            <ac:spMk id="4" creationId="{061917A8-3C16-CC64-46B7-0B10C4ED564B}"/>
          </ac:spMkLst>
        </pc:spChg>
        <pc:spChg chg="mod">
          <ac:chgData name="Murugavel, Vijayapradap" userId="d5546c5a-ea4c-4905-b2a0-5942aa744088" providerId="ADAL" clId="{51E9AC9D-6249-4F53-89F1-AE25881C226A}" dt="2025-03-23T07:50:29.425" v="1825" actId="1076"/>
          <ac:spMkLst>
            <pc:docMk/>
            <pc:sldMk cId="3526278043" sldId="2147474312"/>
            <ac:spMk id="5" creationId="{769B6581-34D1-C9E5-9A06-2F759DB4E05A}"/>
          </ac:spMkLst>
        </pc:spChg>
        <pc:spChg chg="mod">
          <ac:chgData name="Murugavel, Vijayapradap" userId="d5546c5a-ea4c-4905-b2a0-5942aa744088" providerId="ADAL" clId="{51E9AC9D-6249-4F53-89F1-AE25881C226A}" dt="2025-03-23T07:50:04.567" v="1824" actId="1076"/>
          <ac:spMkLst>
            <pc:docMk/>
            <pc:sldMk cId="3526278043" sldId="2147474312"/>
            <ac:spMk id="7" creationId="{5CF5C32C-5730-885D-7ABD-54A37C6D739E}"/>
          </ac:spMkLst>
        </pc:spChg>
        <pc:spChg chg="mod">
          <ac:chgData name="Murugavel, Vijayapradap" userId="d5546c5a-ea4c-4905-b2a0-5942aa744088" providerId="ADAL" clId="{51E9AC9D-6249-4F53-89F1-AE25881C226A}" dt="2025-03-23T05:59:35.897" v="147" actId="6549"/>
          <ac:spMkLst>
            <pc:docMk/>
            <pc:sldMk cId="3526278043" sldId="2147474312"/>
            <ac:spMk id="43" creationId="{744F064D-F5DF-C302-ED12-12B372C0A96F}"/>
          </ac:spMkLst>
        </pc:spChg>
        <pc:spChg chg="mod">
          <ac:chgData name="Murugavel, Vijayapradap" userId="d5546c5a-ea4c-4905-b2a0-5942aa744088" providerId="ADAL" clId="{51E9AC9D-6249-4F53-89F1-AE25881C226A}" dt="2025-03-23T05:50:13.060" v="71" actId="20577"/>
          <ac:spMkLst>
            <pc:docMk/>
            <pc:sldMk cId="3526278043" sldId="2147474312"/>
            <ac:spMk id="48" creationId="{551CC06C-E395-575A-4C62-28D23EB2362B}"/>
          </ac:spMkLst>
        </pc:spChg>
        <pc:spChg chg="mod">
          <ac:chgData name="Murugavel, Vijayapradap" userId="d5546c5a-ea4c-4905-b2a0-5942aa744088" providerId="ADAL" clId="{51E9AC9D-6249-4F53-89F1-AE25881C226A}" dt="2025-03-23T07:49:10.109" v="1818" actId="1076"/>
          <ac:spMkLst>
            <pc:docMk/>
            <pc:sldMk cId="3526278043" sldId="2147474312"/>
            <ac:spMk id="50" creationId="{4624A74E-E95D-A409-3001-E78BDC514454}"/>
          </ac:spMkLst>
        </pc:spChg>
        <pc:spChg chg="mod">
          <ac:chgData name="Murugavel, Vijayapradap" userId="d5546c5a-ea4c-4905-b2a0-5942aa744088" providerId="ADAL" clId="{51E9AC9D-6249-4F53-89F1-AE25881C226A}" dt="2025-03-23T07:51:35.617" v="1861" actId="14100"/>
          <ac:spMkLst>
            <pc:docMk/>
            <pc:sldMk cId="3526278043" sldId="2147474312"/>
            <ac:spMk id="52" creationId="{C8FB5CC3-FE46-E501-99AB-F1CA1CF2E8B2}"/>
          </ac:spMkLst>
        </pc:spChg>
        <pc:spChg chg="mod">
          <ac:chgData name="Murugavel, Vijayapradap" userId="d5546c5a-ea4c-4905-b2a0-5942aa744088" providerId="ADAL" clId="{51E9AC9D-6249-4F53-89F1-AE25881C226A}" dt="2025-03-23T07:49:57.570" v="1823" actId="1076"/>
          <ac:spMkLst>
            <pc:docMk/>
            <pc:sldMk cId="3526278043" sldId="2147474312"/>
            <ac:spMk id="54" creationId="{4FC2C7AD-1D6A-D90E-6A1B-C1EB6D26CE5E}"/>
          </ac:spMkLst>
        </pc:spChg>
        <pc:spChg chg="mod">
          <ac:chgData name="Murugavel, Vijayapradap" userId="d5546c5a-ea4c-4905-b2a0-5942aa744088" providerId="ADAL" clId="{51E9AC9D-6249-4F53-89F1-AE25881C226A}" dt="2025-03-23T07:50:35.136" v="1826" actId="20577"/>
          <ac:spMkLst>
            <pc:docMk/>
            <pc:sldMk cId="3526278043" sldId="2147474312"/>
            <ac:spMk id="55" creationId="{C7DAA2F3-BEF0-D3D1-113D-F77695B62E33}"/>
          </ac:spMkLst>
        </pc:spChg>
        <pc:picChg chg="mod modCrop">
          <ac:chgData name="Murugavel, Vijayapradap" userId="d5546c5a-ea4c-4905-b2a0-5942aa744088" providerId="ADAL" clId="{51E9AC9D-6249-4F53-89F1-AE25881C226A}" dt="2025-03-23T06:04:01.989" v="212" actId="14100"/>
          <ac:picMkLst>
            <pc:docMk/>
            <pc:sldMk cId="3526278043" sldId="2147474312"/>
            <ac:picMk id="6" creationId="{FB3B7D84-ED48-AAA9-F92D-1ACC8409936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1B5FC8-0EB0-42CC-BB41-5703CD23C19B}" type="datetimeFigureOut">
              <a:t>3/24/2025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95AF38-DC02-418A-9F9A-88CE0A53E893}" type="slidenum">
              <a:t>‹#›</a:t>
            </a:fld>
            <a:endParaRPr lang="en-US"/>
          </a:p>
        </p:txBody>
      </p:sp>
    </p:spTree>
    <p:extLst>
      <p:ext uri="{BB962C8B-B14F-4D97-AF65-F5344CB8AC3E}">
        <p14:creationId xmlns:p14="http://schemas.microsoft.com/office/powerpoint/2010/main" val="2123144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90770-CA3F-1412-2B91-7831AF56A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AC124-AF1A-DEE2-3FC1-A57636E32C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F1A12-3D8C-C065-45F4-9007D414484C}"/>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438505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Blank-Whit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81E5C78D-936C-4606-90E1-3C4AA92B70AE}"/>
              </a:ext>
            </a:extLst>
          </p:cNvPr>
          <p:cNvSpPr>
            <a:spLocks noGrp="1"/>
          </p:cNvSpPr>
          <p:nvPr>
            <p:ph type="title" hasCustomPrompt="1"/>
          </p:nvPr>
        </p:nvSpPr>
        <p:spPr>
          <a:xfrm>
            <a:off x="407987" y="404813"/>
            <a:ext cx="9661695" cy="863600"/>
          </a:xfrm>
          <a:prstGeom prst="rect">
            <a:avLst/>
          </a:prstGeom>
        </p:spPr>
        <p:txBody>
          <a:bodyPr vert="horz" lIns="0" tIns="0" rIns="0" bIns="0" rtlCol="0" anchor="t">
            <a:normAutofit/>
          </a:bodyPr>
          <a:lstStyle>
            <a:lvl1pPr>
              <a:defRPr lang="pt-PT" dirty="0"/>
            </a:lvl1pPr>
          </a:lstStyle>
          <a:p>
            <a:pPr lvl="0">
              <a:lnSpc>
                <a:spcPts val="2438"/>
              </a:lnSpc>
            </a:pPr>
            <a:r>
              <a:rPr lang="en-US"/>
              <a:t>Click to add title</a:t>
            </a:r>
            <a:endParaRPr lang="pt-PT"/>
          </a:p>
        </p:txBody>
      </p:sp>
    </p:spTree>
    <p:extLst>
      <p:ext uri="{BB962C8B-B14F-4D97-AF65-F5344CB8AC3E}">
        <p14:creationId xmlns:p14="http://schemas.microsoft.com/office/powerpoint/2010/main" val="2557084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3/24/2025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image" Target="../media/image2.jfif"/><Relationship Id="rId5" Type="http://schemas.openxmlformats.org/officeDocument/2006/relationships/image" Target="../media/image1.e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0D70F-2575-C346-5B67-60638FCDAB7F}"/>
            </a:ext>
          </a:extLst>
        </p:cNvPr>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878D9E2E-C820-5E3D-7DF6-70FD5B00D2D4}"/>
              </a:ext>
            </a:extLst>
          </p:cNvPr>
          <p:cNvGraphicFramePr>
            <a:graphicFrameLocks noChangeAspect="1"/>
          </p:cNvGraphicFramePr>
          <p:nvPr>
            <p:custDataLst>
              <p:tags r:id="rId1"/>
            </p:custDataLst>
          </p:nvPr>
        </p:nvGraphicFramePr>
        <p:xfrm>
          <a:off x="1144589" y="1589"/>
          <a:ext cx="1587" cy="1587"/>
        </p:xfrm>
        <a:graphic>
          <a:graphicData uri="http://schemas.openxmlformats.org/presentationml/2006/ole">
            <mc:AlternateContent xmlns:mc="http://schemas.openxmlformats.org/markup-compatibility/2006">
              <mc:Choice xmlns:v="urn:schemas-microsoft-com:vml" Requires="v">
                <p:oleObj name="Diapositive think-cell" r:id="rId4" imgW="216" imgH="216" progId="TCLayout.ActiveDocument.1">
                  <p:embed/>
                </p:oleObj>
              </mc:Choice>
              <mc:Fallback>
                <p:oleObj name="Diapositive think-cell" r:id="rId4" imgW="216" imgH="216" progId="TCLayout.ActiveDocument.1">
                  <p:embed/>
                  <p:pic>
                    <p:nvPicPr>
                      <p:cNvPr id="14" name="Object 13" hidden="1">
                        <a:extLst>
                          <a:ext uri="{FF2B5EF4-FFF2-40B4-BE49-F238E27FC236}">
                            <a16:creationId xmlns:a16="http://schemas.microsoft.com/office/drawing/2014/main" id="{878D9E2E-C820-5E3D-7DF6-70FD5B00D2D4}"/>
                          </a:ext>
                        </a:extLst>
                      </p:cNvPr>
                      <p:cNvPicPr/>
                      <p:nvPr/>
                    </p:nvPicPr>
                    <p:blipFill>
                      <a:blip r:embed="rId5"/>
                      <a:stretch>
                        <a:fillRect/>
                      </a:stretch>
                    </p:blipFill>
                    <p:spPr>
                      <a:xfrm>
                        <a:off x="1144589" y="1589"/>
                        <a:ext cx="1587" cy="1587"/>
                      </a:xfrm>
                      <a:prstGeom prst="rect">
                        <a:avLst/>
                      </a:prstGeom>
                    </p:spPr>
                  </p:pic>
                </p:oleObj>
              </mc:Fallback>
            </mc:AlternateContent>
          </a:graphicData>
        </a:graphic>
      </p:graphicFrame>
      <p:cxnSp>
        <p:nvCxnSpPr>
          <p:cNvPr id="39" name="Connecteur droit 89">
            <a:extLst>
              <a:ext uri="{FF2B5EF4-FFF2-40B4-BE49-F238E27FC236}">
                <a16:creationId xmlns:a16="http://schemas.microsoft.com/office/drawing/2014/main" id="{E50CD38D-8CE0-B528-E2D7-BBCF25D2B35C}"/>
              </a:ext>
            </a:extLst>
          </p:cNvPr>
          <p:cNvCxnSpPr>
            <a:cxnSpLocks/>
          </p:cNvCxnSpPr>
          <p:nvPr/>
        </p:nvCxnSpPr>
        <p:spPr>
          <a:xfrm>
            <a:off x="8183022" y="272995"/>
            <a:ext cx="0" cy="6205289"/>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0A2DBA48-0892-8C2E-1A64-43D40B7B0FED}"/>
              </a:ext>
            </a:extLst>
          </p:cNvPr>
          <p:cNvSpPr/>
          <p:nvPr/>
        </p:nvSpPr>
        <p:spPr>
          <a:xfrm>
            <a:off x="-1" y="1121464"/>
            <a:ext cx="3855005" cy="573653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41" name="Forme libre : forme 12">
            <a:extLst>
              <a:ext uri="{FF2B5EF4-FFF2-40B4-BE49-F238E27FC236}">
                <a16:creationId xmlns:a16="http://schemas.microsoft.com/office/drawing/2014/main" id="{E2244852-1D63-22B2-553E-1A1399C96465}"/>
              </a:ext>
            </a:extLst>
          </p:cNvPr>
          <p:cNvSpPr>
            <a:spLocks/>
          </p:cNvSpPr>
          <p:nvPr/>
        </p:nvSpPr>
        <p:spPr bwMode="auto">
          <a:xfrm>
            <a:off x="-10734" y="22446"/>
            <a:ext cx="3896180" cy="1995844"/>
          </a:xfrm>
          <a:custGeom>
            <a:avLst/>
            <a:gdLst>
              <a:gd name="connsiteX0" fmla="*/ 0 w 4387451"/>
              <a:gd name="connsiteY0" fmla="*/ 0 h 2865889"/>
              <a:gd name="connsiteX1" fmla="*/ 4154447 w 4387451"/>
              <a:gd name="connsiteY1" fmla="*/ 0 h 2865889"/>
              <a:gd name="connsiteX2" fmla="*/ 4202846 w 4387451"/>
              <a:gd name="connsiteY2" fmla="*/ 84331 h 2865889"/>
              <a:gd name="connsiteX3" fmla="*/ 4047196 w 4387451"/>
              <a:gd name="connsiteY3" fmla="*/ 1458414 h 2865889"/>
              <a:gd name="connsiteX4" fmla="*/ 3034205 w 4387451"/>
              <a:gd name="connsiteY4" fmla="*/ 1821003 h 2865889"/>
              <a:gd name="connsiteX5" fmla="*/ 2192827 w 4387451"/>
              <a:gd name="connsiteY5" fmla="*/ 2343418 h 2865889"/>
              <a:gd name="connsiteX6" fmla="*/ 0 w 4387451"/>
              <a:gd name="connsiteY6" fmla="*/ 2508014 h 2865889"/>
              <a:gd name="connsiteX7" fmla="*/ 0 w 4387451"/>
              <a:gd name="connsiteY7" fmla="*/ 15192 h 2865889"/>
              <a:gd name="connsiteX8" fmla="*/ 0 w 4387451"/>
              <a:gd name="connsiteY8" fmla="*/ 0 h 2865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7451" h="2865889">
                <a:moveTo>
                  <a:pt x="0" y="0"/>
                </a:moveTo>
                <a:lnTo>
                  <a:pt x="4154447" y="0"/>
                </a:lnTo>
                <a:lnTo>
                  <a:pt x="4202846" y="84331"/>
                </a:lnTo>
                <a:cubicBezTo>
                  <a:pt x="4394667" y="441800"/>
                  <a:pt x="4555181" y="1003687"/>
                  <a:pt x="4047196" y="1458414"/>
                </a:cubicBezTo>
                <a:cubicBezTo>
                  <a:pt x="4047196" y="1458414"/>
                  <a:pt x="3785010" y="1303359"/>
                  <a:pt x="3034205" y="1821003"/>
                </a:cubicBezTo>
                <a:cubicBezTo>
                  <a:pt x="2807772" y="1980829"/>
                  <a:pt x="2507450" y="2140654"/>
                  <a:pt x="2192827" y="2343418"/>
                </a:cubicBezTo>
                <a:cubicBezTo>
                  <a:pt x="1492076" y="2799040"/>
                  <a:pt x="581576" y="3166400"/>
                  <a:pt x="0" y="2508014"/>
                </a:cubicBezTo>
                <a:cubicBezTo>
                  <a:pt x="0" y="1031641"/>
                  <a:pt x="0" y="339590"/>
                  <a:pt x="0" y="15192"/>
                </a:cubicBezTo>
                <a:lnTo>
                  <a:pt x="0" y="0"/>
                </a:lnTo>
                <a:close/>
              </a:path>
            </a:pathLst>
          </a:custGeom>
          <a:solidFill>
            <a:srgbClr val="004494"/>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endParaRPr>
          </a:p>
        </p:txBody>
      </p:sp>
      <p:sp>
        <p:nvSpPr>
          <p:cNvPr id="42" name="Oval 20">
            <a:extLst>
              <a:ext uri="{FF2B5EF4-FFF2-40B4-BE49-F238E27FC236}">
                <a16:creationId xmlns:a16="http://schemas.microsoft.com/office/drawing/2014/main" id="{8D97F74C-7D01-A4AC-604B-93CC678CC03A}"/>
              </a:ext>
            </a:extLst>
          </p:cNvPr>
          <p:cNvSpPr/>
          <p:nvPr/>
        </p:nvSpPr>
        <p:spPr>
          <a:xfrm>
            <a:off x="281167" y="523298"/>
            <a:ext cx="1312610" cy="136381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PT" sz="1800" b="0" i="0" u="none" strike="noStrike" kern="1200" cap="none" spc="0" normalizeH="0" baseline="0" noProof="0" dirty="0">
                <a:ln>
                  <a:noFill/>
                </a:ln>
                <a:solidFill>
                  <a:srgbClr val="0070AD">
                    <a:lumMod val="75000"/>
                  </a:srgbClr>
                </a:solidFill>
                <a:effectLst/>
                <a:uLnTx/>
                <a:uFillTx/>
                <a:latin typeface="Arial" panose="020B0604020202020204" pitchFamily="34" charset="0"/>
                <a:cs typeface="Arial" panose="020B0604020202020204" pitchFamily="34" charset="0"/>
              </a:rPr>
              <a:t>Pic here</a:t>
            </a:r>
          </a:p>
        </p:txBody>
      </p:sp>
      <p:sp>
        <p:nvSpPr>
          <p:cNvPr id="43" name="Content Placeholder 3">
            <a:extLst>
              <a:ext uri="{FF2B5EF4-FFF2-40B4-BE49-F238E27FC236}">
                <a16:creationId xmlns:a16="http://schemas.microsoft.com/office/drawing/2014/main" id="{744F064D-F5DF-C302-ED12-12B372C0A96F}"/>
              </a:ext>
            </a:extLst>
          </p:cNvPr>
          <p:cNvSpPr txBox="1">
            <a:spLocks/>
          </p:cNvSpPr>
          <p:nvPr/>
        </p:nvSpPr>
        <p:spPr>
          <a:xfrm>
            <a:off x="-2747" y="1965485"/>
            <a:ext cx="3799164" cy="2598212"/>
          </a:xfrm>
          <a:prstGeom prst="rect">
            <a:avLst/>
          </a:prstGeom>
          <a:noFill/>
          <a:ln w="12700" cap="flat" cmpd="sng" algn="ctr">
            <a:noFill/>
            <a:prstDash val="solid"/>
            <a:miter lim="800000"/>
          </a:ln>
        </p:spPr>
        <p:style>
          <a:lnRef idx="2">
            <a:schemeClr val="accent1"/>
          </a:lnRef>
          <a:fillRef idx="1">
            <a:schemeClr val="lt1"/>
          </a:fillRef>
          <a:effectRef idx="0">
            <a:schemeClr val="accent1"/>
          </a:effectRef>
          <a:fontRef idx="none"/>
        </p:style>
        <p:txBody>
          <a:bodyPr vert="horz" lIns="108000" tIns="72000" rIns="72000" bIns="72000" rtlCol="0" anchor="t">
            <a:noAutofit/>
          </a:bodyPr>
          <a:lstStyle>
            <a:lvl1pPr marL="114300" indent="-114300" algn="l" defTabSz="914400" rtl="0" eaLnBrk="1" latinLnBrk="0" hangingPunct="1">
              <a:lnSpc>
                <a:spcPct val="90000"/>
              </a:lnSpc>
              <a:spcBef>
                <a:spcPts val="1000"/>
              </a:spcBef>
              <a:spcAft>
                <a:spcPts val="200"/>
              </a:spcAft>
              <a:buFont typeface="Arial" panose="020B0604020202020204" pitchFamily="34" charset="0"/>
              <a:buNone/>
              <a:defRPr sz="10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282575" indent="-122238" algn="l" defTabSz="914400" rtl="0" eaLnBrk="1" latinLnBrk="0" hangingPunct="1">
              <a:lnSpc>
                <a:spcPct val="90000"/>
              </a:lnSpc>
              <a:spcBef>
                <a:spcPts val="500"/>
              </a:spcBef>
              <a:spcAft>
                <a:spcPts val="200"/>
              </a:spcAft>
              <a:buClr>
                <a:schemeClr val="accent2"/>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457200" indent="-114300" algn="l" defTabSz="914400" rtl="0" eaLnBrk="1" latinLnBrk="0" hangingPunct="1">
              <a:lnSpc>
                <a:spcPct val="90000"/>
              </a:lnSpc>
              <a:spcBef>
                <a:spcPts val="500"/>
              </a:spcBef>
              <a:spcAft>
                <a:spcPts val="200"/>
              </a:spcAft>
              <a:buClr>
                <a:schemeClr val="accent4"/>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3pPr>
            <a:lvl4pPr marL="631825" indent="-120650" algn="l" defTabSz="914400" rtl="0" eaLnBrk="1" latinLnBrk="0" hangingPunct="1">
              <a:lnSpc>
                <a:spcPct val="90000"/>
              </a:lnSpc>
              <a:spcBef>
                <a:spcPts val="500"/>
              </a:spcBef>
              <a:spcAft>
                <a:spcPts val="200"/>
              </a:spcAft>
              <a:buClr>
                <a:schemeClr val="accent5"/>
              </a:buClr>
              <a:buFont typeface="Arial" panose="020B0604020202020204" pitchFamily="34" charset="0"/>
              <a:buChar char="•"/>
              <a:defRPr sz="9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4pPr>
            <a:lvl5pPr marL="715963" indent="-174625"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2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171450" lvl="1" indent="-171450">
              <a:lnSpc>
                <a:spcPct val="100000"/>
              </a:lnSpc>
              <a:spcBef>
                <a:spcPts val="100"/>
              </a:spcBef>
              <a:spcAft>
                <a:spcPts val="0"/>
              </a:spcAft>
              <a:buClr>
                <a:srgbClr val="12ABDB"/>
              </a:buClr>
              <a:tabLst>
                <a:tab pos="457200" algn="l"/>
              </a:tabLst>
              <a:defRPr/>
            </a:pPr>
            <a:r>
              <a:rPr lang="en-IN" sz="1000" dirty="0">
                <a:solidFill>
                  <a:srgbClr val="000000">
                    <a:lumMod val="50000"/>
                  </a:srgbClr>
                </a:solidFill>
                <a:latin typeface="+mj-lt"/>
                <a:ea typeface="Verdana"/>
                <a:cs typeface="Arial" panose="020B0604020202020204" pitchFamily="34" charset="0"/>
              </a:rPr>
              <a:t>A</a:t>
            </a:r>
            <a:r>
              <a:rPr lang="en-IN" sz="1100" dirty="0">
                <a:solidFill>
                  <a:prstClr val="black"/>
                </a:solidFill>
                <a:latin typeface="+mj-lt"/>
                <a:ea typeface="+mn-lt"/>
                <a:cs typeface="Arial" panose="020B0604020202020204" pitchFamily="34" charset="0"/>
              </a:rPr>
              <a:t> professional with 7.4 years of experience in embedded software development with good understanding of C.</a:t>
            </a:r>
          </a:p>
          <a:p>
            <a:pPr marL="171450" lvl="1" indent="-171450">
              <a:lnSpc>
                <a:spcPct val="100000"/>
              </a:lnSpc>
              <a:spcBef>
                <a:spcPts val="100"/>
              </a:spcBef>
              <a:spcAft>
                <a:spcPts val="0"/>
              </a:spcAft>
              <a:buClr>
                <a:srgbClr val="12ABDB"/>
              </a:buClr>
              <a:tabLst>
                <a:tab pos="457200" algn="l"/>
              </a:tabLst>
              <a:defRPr/>
            </a:pPr>
            <a:r>
              <a:rPr lang="en-US" sz="1000" dirty="0">
                <a:solidFill>
                  <a:srgbClr val="000000">
                    <a:lumMod val="50000"/>
                  </a:srgbClr>
                </a:solidFill>
                <a:latin typeface="+mj-lt"/>
                <a:ea typeface="Verdana"/>
                <a:cs typeface="Arial" panose="020B0604020202020204" pitchFamily="34" charset="0"/>
              </a:rPr>
              <a:t>Superior expertise in Microcontroller development.</a:t>
            </a:r>
          </a:p>
          <a:p>
            <a:pPr marL="171450" lvl="1" indent="-171450">
              <a:lnSpc>
                <a:spcPct val="100000"/>
              </a:lnSpc>
              <a:spcBef>
                <a:spcPts val="100"/>
              </a:spcBef>
              <a:spcAft>
                <a:spcPts val="0"/>
              </a:spcAft>
              <a:buClr>
                <a:srgbClr val="12ABDB"/>
              </a:buClr>
              <a:tabLst>
                <a:tab pos="457200" algn="l"/>
              </a:tabLst>
              <a:defRPr/>
            </a:pPr>
            <a:r>
              <a:rPr lang="en-US" sz="1000" dirty="0">
                <a:solidFill>
                  <a:srgbClr val="000000">
                    <a:lumMod val="50000"/>
                  </a:srgbClr>
                </a:solidFill>
                <a:latin typeface="+mj-lt"/>
                <a:ea typeface="Verdana"/>
                <a:cs typeface="Arial" panose="020B0604020202020204" pitchFamily="34" charset="0"/>
              </a:rPr>
              <a:t>Good knowledge on FreeRTOS with its concepts having experience for 12 months.</a:t>
            </a:r>
          </a:p>
          <a:p>
            <a:pPr marL="171450" lvl="1" indent="-171450">
              <a:lnSpc>
                <a:spcPct val="100000"/>
              </a:lnSpc>
              <a:spcBef>
                <a:spcPts val="100"/>
              </a:spcBef>
              <a:spcAft>
                <a:spcPts val="0"/>
              </a:spcAft>
              <a:buClr>
                <a:srgbClr val="12ABDB"/>
              </a:buClr>
              <a:tabLst>
                <a:tab pos="457200" algn="l"/>
              </a:tabLst>
              <a:defRPr/>
            </a:pPr>
            <a:r>
              <a:rPr lang="en-US" sz="1000" dirty="0">
                <a:solidFill>
                  <a:srgbClr val="000000">
                    <a:lumMod val="50000"/>
                  </a:srgbClr>
                </a:solidFill>
                <a:latin typeface="+mj-lt"/>
                <a:ea typeface="Verdana"/>
                <a:cs typeface="Arial" panose="020B0604020202020204" pitchFamily="34" charset="0"/>
              </a:rPr>
              <a:t>Strong experience in C software programming. Also having knowledge on data structures like heap, stack, queue using linked lists.</a:t>
            </a:r>
          </a:p>
          <a:p>
            <a:pPr marL="171450" lvl="1" indent="-171450">
              <a:lnSpc>
                <a:spcPct val="100000"/>
              </a:lnSpc>
              <a:spcBef>
                <a:spcPts val="100"/>
              </a:spcBef>
              <a:spcAft>
                <a:spcPts val="0"/>
              </a:spcAft>
              <a:buClr>
                <a:srgbClr val="12ABDB"/>
              </a:buClr>
              <a:tabLst>
                <a:tab pos="457200" algn="l"/>
              </a:tabLst>
              <a:defRPr/>
            </a:pPr>
            <a:r>
              <a:rPr lang="en-US" sz="1000" dirty="0">
                <a:solidFill>
                  <a:srgbClr val="000000">
                    <a:lumMod val="50000"/>
                  </a:srgbClr>
                </a:solidFill>
                <a:latin typeface="+mj-lt"/>
                <a:ea typeface="Verdana"/>
                <a:cs typeface="Arial" panose="020B0604020202020204" pitchFamily="34" charset="0"/>
              </a:rPr>
              <a:t>Good knowledge of software-hardware interactions and interfacing.</a:t>
            </a:r>
          </a:p>
          <a:p>
            <a:pPr marL="171450" lvl="1" indent="-171450">
              <a:lnSpc>
                <a:spcPct val="100000"/>
              </a:lnSpc>
              <a:spcBef>
                <a:spcPts val="100"/>
              </a:spcBef>
              <a:spcAft>
                <a:spcPts val="0"/>
              </a:spcAft>
              <a:buClr>
                <a:srgbClr val="12ABDB"/>
              </a:buClr>
              <a:tabLst>
                <a:tab pos="457200" algn="l"/>
              </a:tabLst>
              <a:defRPr/>
            </a:pPr>
            <a:r>
              <a:rPr lang="en-US" sz="1000" dirty="0">
                <a:solidFill>
                  <a:srgbClr val="000000">
                    <a:lumMod val="50000"/>
                  </a:srgbClr>
                </a:solidFill>
                <a:latin typeface="+mj-lt"/>
                <a:ea typeface="Verdana"/>
                <a:cs typeface="Arial" panose="020B0604020202020204" pitchFamily="34" charset="0"/>
              </a:rPr>
              <a:t>Good understanding to developments on Linux platform and embedded Linux developments with CMake and Makefile.</a:t>
            </a:r>
          </a:p>
          <a:p>
            <a:pPr marL="171450" lvl="1" indent="-171450">
              <a:lnSpc>
                <a:spcPct val="100000"/>
              </a:lnSpc>
              <a:spcBef>
                <a:spcPts val="100"/>
              </a:spcBef>
              <a:spcAft>
                <a:spcPts val="0"/>
              </a:spcAft>
              <a:buClr>
                <a:srgbClr val="12ABDB"/>
              </a:buClr>
              <a:tabLst>
                <a:tab pos="457200" algn="l"/>
              </a:tabLst>
              <a:defRPr/>
            </a:pPr>
            <a:r>
              <a:rPr lang="en-US" sz="1000" dirty="0">
                <a:solidFill>
                  <a:srgbClr val="000000">
                    <a:lumMod val="50000"/>
                  </a:srgbClr>
                </a:solidFill>
                <a:latin typeface="+mj-lt"/>
                <a:ea typeface="Verdana"/>
                <a:cs typeface="Arial" panose="020B0604020202020204" pitchFamily="34" charset="0"/>
              </a:rPr>
              <a:t>Strong experience in implementing and deploying custom modules in the IoT Edge ecosystem, primarily using C language for building high-performance, scalable, and reliable edge modules</a:t>
            </a:r>
          </a:p>
        </p:txBody>
      </p:sp>
      <p:sp>
        <p:nvSpPr>
          <p:cNvPr id="45" name="ZoneTexte 358">
            <a:extLst>
              <a:ext uri="{FF2B5EF4-FFF2-40B4-BE49-F238E27FC236}">
                <a16:creationId xmlns:a16="http://schemas.microsoft.com/office/drawing/2014/main" id="{46C31C2B-88C2-5969-C0C7-3D275BD1ED49}"/>
              </a:ext>
            </a:extLst>
          </p:cNvPr>
          <p:cNvSpPr txBox="1"/>
          <p:nvPr/>
        </p:nvSpPr>
        <p:spPr>
          <a:xfrm rot="5400000">
            <a:off x="1783859" y="2824289"/>
            <a:ext cx="237880" cy="3792964"/>
          </a:xfrm>
          <a:prstGeom prst="round2SameRect">
            <a:avLst>
              <a:gd name="adj1" fmla="val 50000"/>
              <a:gd name="adj2" fmla="val 0"/>
            </a:avLst>
          </a:prstGeom>
          <a:solidFill>
            <a:schemeClr val="accent1"/>
          </a:solidFill>
        </p:spPr>
        <p:txBody>
          <a:bodyPr vert="vert270" wrap="square" bIns="360000" rtlCol="0" anchor="ctr">
            <a:noAutofit/>
          </a:bodyPr>
          <a:lstStyle/>
          <a:p>
            <a:pPr marL="0" marR="0" lvl="0" indent="0" algn="l" defTabSz="957756" rtl="0" eaLnBrk="1" fontAlgn="auto" latinLnBrk="0" hangingPunct="1">
              <a:lnSpc>
                <a:spcPct val="100000"/>
              </a:lnSpc>
              <a:spcBef>
                <a:spcPts val="0"/>
              </a:spcBef>
              <a:spcAft>
                <a:spcPts val="0"/>
              </a:spcAft>
              <a:buClr>
                <a:srgbClr val="FFFFFF"/>
              </a:buClr>
              <a:buSzTx/>
              <a:buFontTx/>
              <a:buNone/>
              <a:tabLst/>
              <a:defRPr/>
            </a:pPr>
            <a:r>
              <a:rPr kumimoji="0" lang="en-US" sz="1100" b="1" i="0" u="none" strike="noStrike" kern="1200" cap="none" spc="0" normalizeH="0" baseline="0" noProof="0" dirty="0">
                <a:ln>
                  <a:noFill/>
                </a:ln>
                <a:solidFill>
                  <a:prstClr val="white"/>
                </a:solidFill>
                <a:effectLst/>
                <a:uLnTx/>
                <a:uFillTx/>
                <a:latin typeface="Arial" panose="020B0604020202020204" pitchFamily="34" charset="0"/>
                <a:ea typeface="Open Sans" panose="020B0606030504020204" pitchFamily="34" charset="0"/>
                <a:cs typeface="Arial" panose="020B0604020202020204" pitchFamily="34" charset="0"/>
              </a:rPr>
              <a:t>Education</a:t>
            </a:r>
          </a:p>
        </p:txBody>
      </p:sp>
      <p:sp>
        <p:nvSpPr>
          <p:cNvPr id="48" name="Content Placeholder 3">
            <a:extLst>
              <a:ext uri="{FF2B5EF4-FFF2-40B4-BE49-F238E27FC236}">
                <a16:creationId xmlns:a16="http://schemas.microsoft.com/office/drawing/2014/main" id="{551CC06C-E395-575A-4C62-28D23EB2362B}"/>
              </a:ext>
            </a:extLst>
          </p:cNvPr>
          <p:cNvSpPr txBox="1">
            <a:spLocks/>
          </p:cNvSpPr>
          <p:nvPr/>
        </p:nvSpPr>
        <p:spPr>
          <a:xfrm>
            <a:off x="102923" y="6446008"/>
            <a:ext cx="2055006" cy="263776"/>
          </a:xfrm>
          <a:prstGeom prst="rect">
            <a:avLst/>
          </a:prstGeom>
          <a:noFill/>
          <a:ln w="12700" cap="flat" cmpd="sng" algn="ctr">
            <a:noFill/>
            <a:prstDash val="solid"/>
            <a:miter lim="800000"/>
          </a:ln>
        </p:spPr>
        <p:style>
          <a:lnRef idx="2">
            <a:schemeClr val="accent1"/>
          </a:lnRef>
          <a:fillRef idx="1">
            <a:schemeClr val="lt1"/>
          </a:fillRef>
          <a:effectRef idx="0">
            <a:schemeClr val="accent1"/>
          </a:effectRef>
          <a:fontRef idx="none"/>
        </p:style>
        <p:txBody>
          <a:bodyPr vert="horz" lIns="108000" tIns="72000" rIns="72000" bIns="72000" numCol="1" rtlCol="0" anchor="t">
            <a:noAutofit/>
          </a:bodyPr>
          <a:lstStyle>
            <a:lvl1pPr marL="114300" indent="-114300" algn="l" defTabSz="914400" rtl="0" eaLnBrk="1" latinLnBrk="0" hangingPunct="1">
              <a:lnSpc>
                <a:spcPct val="90000"/>
              </a:lnSpc>
              <a:spcBef>
                <a:spcPts val="1000"/>
              </a:spcBef>
              <a:spcAft>
                <a:spcPts val="200"/>
              </a:spcAft>
              <a:buFont typeface="Arial" panose="020B0604020202020204" pitchFamily="34" charset="0"/>
              <a:buNone/>
              <a:defRPr sz="10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282575" indent="-122238" algn="l" defTabSz="914400" rtl="0" eaLnBrk="1" latinLnBrk="0" hangingPunct="1">
              <a:lnSpc>
                <a:spcPct val="90000"/>
              </a:lnSpc>
              <a:spcBef>
                <a:spcPts val="500"/>
              </a:spcBef>
              <a:spcAft>
                <a:spcPts val="200"/>
              </a:spcAft>
              <a:buClr>
                <a:schemeClr val="accent2"/>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457200" indent="-114300" algn="l" defTabSz="914400" rtl="0" eaLnBrk="1" latinLnBrk="0" hangingPunct="1">
              <a:lnSpc>
                <a:spcPct val="90000"/>
              </a:lnSpc>
              <a:spcBef>
                <a:spcPts val="500"/>
              </a:spcBef>
              <a:spcAft>
                <a:spcPts val="200"/>
              </a:spcAft>
              <a:buClr>
                <a:schemeClr val="accent4"/>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3pPr>
            <a:lvl4pPr marL="631825" indent="-120650" algn="l" defTabSz="914400" rtl="0" eaLnBrk="1" latinLnBrk="0" hangingPunct="1">
              <a:lnSpc>
                <a:spcPct val="90000"/>
              </a:lnSpc>
              <a:spcBef>
                <a:spcPts val="500"/>
              </a:spcBef>
              <a:spcAft>
                <a:spcPts val="200"/>
              </a:spcAft>
              <a:buClr>
                <a:schemeClr val="accent5"/>
              </a:buClr>
              <a:buFont typeface="Arial" panose="020B0604020202020204" pitchFamily="34" charset="0"/>
              <a:buChar char="•"/>
              <a:defRPr sz="9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4pPr>
            <a:lvl5pPr marL="715963" indent="-174625"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2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lvl="2" indent="0">
              <a:lnSpc>
                <a:spcPct val="100000"/>
              </a:lnSpc>
              <a:spcBef>
                <a:spcPts val="0"/>
              </a:spcBef>
              <a:spcAft>
                <a:spcPts val="0"/>
              </a:spcAft>
              <a:buClr>
                <a:srgbClr val="0070AD"/>
              </a:buClr>
              <a:buSzPct val="100000"/>
              <a:buNone/>
              <a:defRPr/>
            </a:pPr>
            <a:r>
              <a:rPr lang="en-US" sz="1100" dirty="0">
                <a:solidFill>
                  <a:prstClr val="black"/>
                </a:solidFill>
                <a:latin typeface="+mj-lt"/>
                <a:ea typeface="+mn-lt"/>
                <a:cs typeface="Arial" panose="020B0604020202020204" pitchFamily="34" charset="0"/>
              </a:rPr>
              <a:t>Embedded, IOT</a:t>
            </a:r>
          </a:p>
          <a:p>
            <a:pPr marL="0" marR="0" lvl="2" indent="0" algn="l" defTabSz="914400" rtl="0" eaLnBrk="1" fontAlgn="auto" latinLnBrk="0" hangingPunct="1">
              <a:lnSpc>
                <a:spcPct val="100000"/>
              </a:lnSpc>
              <a:spcBef>
                <a:spcPts val="0"/>
              </a:spcBef>
              <a:spcAft>
                <a:spcPts val="0"/>
              </a:spcAft>
              <a:buClr>
                <a:srgbClr val="0070AD"/>
              </a:buClr>
              <a:buSzPct val="100000"/>
              <a:buFont typeface="Arial" panose="020B0604020202020204" pitchFamily="34" charset="0"/>
              <a:buNone/>
              <a:tabLst/>
              <a:defRPr/>
            </a:pPr>
            <a:endParaRPr lang="en-US" sz="1100" dirty="0">
              <a:solidFill>
                <a:prstClr val="black"/>
              </a:solidFill>
              <a:latin typeface="+mj-lt"/>
              <a:ea typeface="+mn-lt"/>
              <a:cs typeface="Arial" panose="020B0604020202020204" pitchFamily="34" charset="0"/>
            </a:endParaRPr>
          </a:p>
          <a:p>
            <a:pPr marL="0" marR="0" lvl="2" indent="0" algn="l" defTabSz="914400" rtl="0" eaLnBrk="1" fontAlgn="auto" latinLnBrk="0" hangingPunct="1">
              <a:lnSpc>
                <a:spcPct val="100000"/>
              </a:lnSpc>
              <a:spcBef>
                <a:spcPts val="0"/>
              </a:spcBef>
              <a:spcAft>
                <a:spcPts val="0"/>
              </a:spcAft>
              <a:buClr>
                <a:srgbClr val="0070AD"/>
              </a:buClr>
              <a:buSzPct val="100000"/>
              <a:buFont typeface="Arial" panose="020B0604020202020204" pitchFamily="34" charset="0"/>
              <a:buNone/>
              <a:tabLst/>
              <a:defRPr/>
            </a:pPr>
            <a:endParaRPr kumimoji="0" lang="en-US" sz="900" b="0" i="0" u="none" strike="noStrike" kern="1200" cap="none" spc="0" normalizeH="0" baseline="0" noProof="0" dirty="0">
              <a:ln>
                <a:noFill/>
              </a:ln>
              <a:solidFill>
                <a:srgbClr val="000000">
                  <a:lumMod val="50000"/>
                </a:srgbClr>
              </a:solidFill>
              <a:effectLst/>
              <a:uLnTx/>
              <a:uFillTx/>
              <a:latin typeface="+mj-lt"/>
              <a:cs typeface="Arial" panose="020B0604020202020204" pitchFamily="34" charset="0"/>
            </a:endParaRPr>
          </a:p>
        </p:txBody>
      </p:sp>
      <p:sp>
        <p:nvSpPr>
          <p:cNvPr id="49" name="ZoneTexte 369">
            <a:extLst>
              <a:ext uri="{FF2B5EF4-FFF2-40B4-BE49-F238E27FC236}">
                <a16:creationId xmlns:a16="http://schemas.microsoft.com/office/drawing/2014/main" id="{6738DB5F-C19B-0F6B-3A2B-C8AB7744CDFF}"/>
              </a:ext>
            </a:extLst>
          </p:cNvPr>
          <p:cNvSpPr txBox="1"/>
          <p:nvPr/>
        </p:nvSpPr>
        <p:spPr>
          <a:xfrm rot="5400000">
            <a:off x="1753860" y="4359474"/>
            <a:ext cx="263776" cy="3792964"/>
          </a:xfrm>
          <a:prstGeom prst="round2SameRect">
            <a:avLst>
              <a:gd name="adj1" fmla="val 50000"/>
              <a:gd name="adj2" fmla="val 0"/>
            </a:avLst>
          </a:prstGeom>
          <a:solidFill>
            <a:schemeClr val="accent1"/>
          </a:solidFill>
        </p:spPr>
        <p:txBody>
          <a:bodyPr vert="vert270" wrap="square" bIns="360000" numCol="1" rtlCol="0" anchor="ctr">
            <a:noAutofit/>
          </a:bodyPr>
          <a:lstStyle/>
          <a:p>
            <a:pPr marL="0" marR="0" lvl="0" indent="0" algn="l" defTabSz="957756" rtl="0" eaLnBrk="1" fontAlgn="auto" latinLnBrk="0" hangingPunct="1">
              <a:lnSpc>
                <a:spcPct val="100000"/>
              </a:lnSpc>
              <a:spcBef>
                <a:spcPts val="0"/>
              </a:spcBef>
              <a:spcAft>
                <a:spcPts val="0"/>
              </a:spcAft>
              <a:buClr>
                <a:srgbClr val="FFFFFF"/>
              </a:buClr>
              <a:buSzTx/>
              <a:buFontTx/>
              <a:buNone/>
              <a:tabLst/>
              <a:defRPr/>
            </a:pPr>
            <a:r>
              <a:rPr kumimoji="0" lang="en-US" sz="1100" b="1" i="0" u="none" strike="noStrike" kern="1200" cap="none" spc="0" normalizeH="0" baseline="0" noProof="0" dirty="0">
                <a:ln>
                  <a:noFill/>
                </a:ln>
                <a:solidFill>
                  <a:prstClr val="white"/>
                </a:solidFill>
                <a:effectLst/>
                <a:uLnTx/>
                <a:uFillTx/>
                <a:latin typeface="Arial" panose="020B0604020202020204" pitchFamily="34" charset="0"/>
                <a:ea typeface="Open Sans" panose="020B0606030504020204" pitchFamily="34" charset="0"/>
                <a:cs typeface="Arial" panose="020B0604020202020204" pitchFamily="34" charset="0"/>
              </a:rPr>
              <a:t>Sectors</a:t>
            </a:r>
          </a:p>
        </p:txBody>
      </p:sp>
      <p:sp>
        <p:nvSpPr>
          <p:cNvPr id="50" name="Rectangle 49">
            <a:extLst>
              <a:ext uri="{FF2B5EF4-FFF2-40B4-BE49-F238E27FC236}">
                <a16:creationId xmlns:a16="http://schemas.microsoft.com/office/drawing/2014/main" id="{4624A74E-E95D-A409-3001-E78BDC514454}"/>
              </a:ext>
            </a:extLst>
          </p:cNvPr>
          <p:cNvSpPr/>
          <p:nvPr/>
        </p:nvSpPr>
        <p:spPr>
          <a:xfrm>
            <a:off x="3885446" y="22446"/>
            <a:ext cx="3655176" cy="292388"/>
          </a:xfrm>
          <a:prstGeom prst="rect">
            <a:avLst/>
          </a:prstGeom>
          <a:noFill/>
        </p:spPr>
        <p:txBody>
          <a:bodyPr wrap="square">
            <a:spAutoFit/>
          </a:bodyPr>
          <a:lstStyle/>
          <a:p>
            <a:pPr marL="0" marR="0" lvl="0" indent="0" defTabSz="957756"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98B98"/>
                </a:solidFill>
                <a:effectLst/>
                <a:uLnTx/>
                <a:uFillTx/>
                <a:latin typeface="Arial" panose="020B0604020202020204" pitchFamily="34" charset="0"/>
                <a:cs typeface="Arial" panose="020B0604020202020204" pitchFamily="34" charset="0"/>
              </a:rPr>
              <a:t>KEY ASSIGNMENTS</a:t>
            </a:r>
            <a:endParaRPr kumimoji="0" lang="fr-FR" sz="1300" b="1" i="0" u="none" strike="noStrike" kern="1200" cap="none" spc="0" normalizeH="0" baseline="0" noProof="0" dirty="0">
              <a:ln>
                <a:noFill/>
              </a:ln>
              <a:solidFill>
                <a:srgbClr val="098B98"/>
              </a:solidFill>
              <a:effectLst/>
              <a:uLnTx/>
              <a:uFillTx/>
              <a:latin typeface="Arial" panose="020B0604020202020204" pitchFamily="34" charset="0"/>
              <a:cs typeface="Arial" panose="020B0604020202020204" pitchFamily="34" charset="0"/>
            </a:endParaRPr>
          </a:p>
        </p:txBody>
      </p:sp>
      <p:cxnSp>
        <p:nvCxnSpPr>
          <p:cNvPr id="53" name="Connecteur droit 89">
            <a:extLst>
              <a:ext uri="{FF2B5EF4-FFF2-40B4-BE49-F238E27FC236}">
                <a16:creationId xmlns:a16="http://schemas.microsoft.com/office/drawing/2014/main" id="{60407087-1797-55B8-894E-816AC130A50B}"/>
              </a:ext>
            </a:extLst>
          </p:cNvPr>
          <p:cNvCxnSpPr>
            <a:cxnSpLocks/>
          </p:cNvCxnSpPr>
          <p:nvPr/>
        </p:nvCxnSpPr>
        <p:spPr>
          <a:xfrm>
            <a:off x="3826859" y="1200633"/>
            <a:ext cx="0" cy="5657367"/>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61917A8-3C16-CC64-46B7-0B10C4ED564B}"/>
              </a:ext>
            </a:extLst>
          </p:cNvPr>
          <p:cNvSpPr>
            <a:spLocks noGrp="1"/>
          </p:cNvSpPr>
          <p:nvPr>
            <p:ph type="title"/>
          </p:nvPr>
        </p:nvSpPr>
        <p:spPr>
          <a:xfrm>
            <a:off x="102923" y="93843"/>
            <a:ext cx="3496298" cy="491664"/>
          </a:xfrm>
        </p:spPr>
        <p:txBody>
          <a:bodyPr>
            <a:noAutofit/>
          </a:bodyPr>
          <a:lstStyle/>
          <a:p>
            <a:r>
              <a:rPr lang="en-GB" sz="1200" b="1" dirty="0">
                <a:solidFill>
                  <a:schemeClr val="bg1"/>
                </a:solidFill>
                <a:ea typeface="Calibri Light"/>
                <a:cs typeface="Arial" panose="020B0604020202020204" pitchFamily="34" charset="0"/>
              </a:rPr>
              <a:t>Vijayapradap Murugavel</a:t>
            </a:r>
            <a:br>
              <a:rPr lang="en-GB" sz="1200" b="1" dirty="0">
                <a:solidFill>
                  <a:schemeClr val="bg1"/>
                </a:solidFill>
                <a:ea typeface="Calibri Light"/>
                <a:cs typeface="Arial" panose="020B0604020202020204" pitchFamily="34" charset="0"/>
              </a:rPr>
            </a:br>
            <a:r>
              <a:rPr lang="en-GB" sz="1200" b="1" dirty="0">
                <a:solidFill>
                  <a:schemeClr val="bg1"/>
                </a:solidFill>
                <a:ea typeface="Calibri Light"/>
                <a:cs typeface="Arial" panose="020B0604020202020204" pitchFamily="34" charset="0"/>
              </a:rPr>
              <a:t>Senior Consultant</a:t>
            </a:r>
          </a:p>
        </p:txBody>
      </p:sp>
      <p:sp>
        <p:nvSpPr>
          <p:cNvPr id="52" name="ZoneTexte 369">
            <a:extLst>
              <a:ext uri="{FF2B5EF4-FFF2-40B4-BE49-F238E27FC236}">
                <a16:creationId xmlns:a16="http://schemas.microsoft.com/office/drawing/2014/main" id="{C8FB5CC3-FE46-E501-99AB-F1CA1CF2E8B2}"/>
              </a:ext>
            </a:extLst>
          </p:cNvPr>
          <p:cNvSpPr txBox="1"/>
          <p:nvPr/>
        </p:nvSpPr>
        <p:spPr>
          <a:xfrm rot="5400000">
            <a:off x="1745275" y="3758950"/>
            <a:ext cx="263776" cy="3792964"/>
          </a:xfrm>
          <a:prstGeom prst="round2SameRect">
            <a:avLst>
              <a:gd name="adj1" fmla="val 50000"/>
              <a:gd name="adj2" fmla="val 0"/>
            </a:avLst>
          </a:prstGeom>
          <a:solidFill>
            <a:schemeClr val="accent1"/>
          </a:solidFill>
        </p:spPr>
        <p:txBody>
          <a:bodyPr vert="vert270" wrap="square" bIns="360000" rtlCol="0" anchor="ctr">
            <a:noAutofit/>
          </a:bodyPr>
          <a:lstStyle/>
          <a:p>
            <a:pPr marL="0" marR="0" lvl="0" indent="0" defTabSz="957756" rtl="0" eaLnBrk="1" fontAlgn="auto" latinLnBrk="0" hangingPunct="1">
              <a:lnSpc>
                <a:spcPct val="100000"/>
              </a:lnSpc>
              <a:spcBef>
                <a:spcPts val="0"/>
              </a:spcBef>
              <a:spcAft>
                <a:spcPts val="0"/>
              </a:spcAft>
              <a:buClr>
                <a:srgbClr val="FFFFFF"/>
              </a:buClr>
              <a:buSzTx/>
              <a:buFontTx/>
              <a:buNone/>
              <a:tabLst/>
              <a:defRPr/>
            </a:pPr>
            <a:r>
              <a:rPr lang="en-US" sz="1100" b="1" dirty="0">
                <a:solidFill>
                  <a:schemeClr val="bg1"/>
                </a:solidFill>
                <a:latin typeface="Arial" panose="020B0604020202020204" pitchFamily="34" charset="0"/>
                <a:cs typeface="Arial" panose="020B0604020202020204" pitchFamily="34" charset="0"/>
              </a:rPr>
              <a:t>Languages</a:t>
            </a:r>
            <a:r>
              <a:rPr lang="en-US" dirty="0">
                <a:solidFill>
                  <a:schemeClr val="bg1"/>
                </a:solidFill>
                <a:latin typeface="Arial" panose="020B0604020202020204" pitchFamily="34" charset="0"/>
                <a:cs typeface="Arial" panose="020B0604020202020204" pitchFamily="34" charset="0"/>
              </a:rPr>
              <a:t> </a:t>
            </a:r>
          </a:p>
        </p:txBody>
      </p:sp>
      <p:sp>
        <p:nvSpPr>
          <p:cNvPr id="54" name="Content Placeholder 3">
            <a:extLst>
              <a:ext uri="{FF2B5EF4-FFF2-40B4-BE49-F238E27FC236}">
                <a16:creationId xmlns:a16="http://schemas.microsoft.com/office/drawing/2014/main" id="{4FC2C7AD-1D6A-D90E-6A1B-C1EB6D26CE5E}"/>
              </a:ext>
            </a:extLst>
          </p:cNvPr>
          <p:cNvSpPr txBox="1">
            <a:spLocks/>
          </p:cNvSpPr>
          <p:nvPr/>
        </p:nvSpPr>
        <p:spPr>
          <a:xfrm>
            <a:off x="6317" y="5799558"/>
            <a:ext cx="3161354" cy="334057"/>
          </a:xfrm>
          <a:prstGeom prst="rect">
            <a:avLst/>
          </a:prstGeom>
          <a:noFill/>
          <a:ln w="12700" cap="flat" cmpd="sng" algn="ctr">
            <a:noFill/>
            <a:prstDash val="solid"/>
            <a:miter lim="800000"/>
          </a:ln>
        </p:spPr>
        <p:style>
          <a:lnRef idx="2">
            <a:schemeClr val="accent1"/>
          </a:lnRef>
          <a:fillRef idx="1">
            <a:schemeClr val="lt1"/>
          </a:fillRef>
          <a:effectRef idx="0">
            <a:schemeClr val="accent1"/>
          </a:effectRef>
          <a:fontRef idx="none"/>
        </p:style>
        <p:txBody>
          <a:bodyPr vert="horz" lIns="108000" tIns="72000" rIns="72000" bIns="72000" rtlCol="0" anchor="t">
            <a:noAutofit/>
          </a:bodyPr>
          <a:lstStyle>
            <a:lvl1pPr marL="114300" indent="-114300" algn="l" defTabSz="914400" rtl="0" eaLnBrk="1" latinLnBrk="0" hangingPunct="1">
              <a:lnSpc>
                <a:spcPct val="90000"/>
              </a:lnSpc>
              <a:spcBef>
                <a:spcPts val="1000"/>
              </a:spcBef>
              <a:spcAft>
                <a:spcPts val="200"/>
              </a:spcAft>
              <a:buFont typeface="Arial" panose="020B0604020202020204" pitchFamily="34" charset="0"/>
              <a:buNone/>
              <a:defRPr sz="10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282575" indent="-122238" algn="l" defTabSz="914400" rtl="0" eaLnBrk="1" latinLnBrk="0" hangingPunct="1">
              <a:lnSpc>
                <a:spcPct val="90000"/>
              </a:lnSpc>
              <a:spcBef>
                <a:spcPts val="500"/>
              </a:spcBef>
              <a:spcAft>
                <a:spcPts val="200"/>
              </a:spcAft>
              <a:buClr>
                <a:schemeClr val="accent2"/>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457200" indent="-114300" algn="l" defTabSz="914400" rtl="0" eaLnBrk="1" latinLnBrk="0" hangingPunct="1">
              <a:lnSpc>
                <a:spcPct val="90000"/>
              </a:lnSpc>
              <a:spcBef>
                <a:spcPts val="500"/>
              </a:spcBef>
              <a:spcAft>
                <a:spcPts val="200"/>
              </a:spcAft>
              <a:buClr>
                <a:schemeClr val="accent4"/>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3pPr>
            <a:lvl4pPr marL="631825" indent="-120650" algn="l" defTabSz="914400" rtl="0" eaLnBrk="1" latinLnBrk="0" hangingPunct="1">
              <a:lnSpc>
                <a:spcPct val="90000"/>
              </a:lnSpc>
              <a:spcBef>
                <a:spcPts val="500"/>
              </a:spcBef>
              <a:spcAft>
                <a:spcPts val="200"/>
              </a:spcAft>
              <a:buClr>
                <a:schemeClr val="accent5"/>
              </a:buClr>
              <a:buFont typeface="Arial" panose="020B0604020202020204" pitchFamily="34" charset="0"/>
              <a:buChar char="•"/>
              <a:defRPr sz="9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4pPr>
            <a:lvl5pPr marL="715963" indent="-174625"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2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171450" lvl="2" indent="-171450">
              <a:lnSpc>
                <a:spcPct val="100000"/>
              </a:lnSpc>
              <a:spcBef>
                <a:spcPts val="0"/>
              </a:spcBef>
              <a:spcAft>
                <a:spcPts val="0"/>
              </a:spcAft>
              <a:buClr>
                <a:srgbClr val="0070AD"/>
              </a:buClr>
              <a:buSzPct val="100000"/>
              <a:defRPr/>
            </a:pPr>
            <a:r>
              <a:rPr lang="en-IN" sz="1100" dirty="0">
                <a:solidFill>
                  <a:prstClr val="black"/>
                </a:solidFill>
                <a:latin typeface="+mj-lt"/>
                <a:ea typeface="+mn-lt"/>
                <a:cs typeface="Arial" panose="020B0604020202020204" pitchFamily="34" charset="0"/>
              </a:rPr>
              <a:t>English</a:t>
            </a:r>
            <a:r>
              <a:rPr lang="en-US" sz="1100" dirty="0">
                <a:solidFill>
                  <a:prstClr val="black"/>
                </a:solidFill>
                <a:latin typeface="+mj-lt"/>
                <a:ea typeface="+mn-lt"/>
                <a:cs typeface="Arial" panose="020B0604020202020204" pitchFamily="34" charset="0"/>
              </a:rPr>
              <a:t> and Tamil</a:t>
            </a:r>
          </a:p>
        </p:txBody>
      </p:sp>
      <p:sp>
        <p:nvSpPr>
          <p:cNvPr id="55" name="Rectangle 54">
            <a:extLst>
              <a:ext uri="{FF2B5EF4-FFF2-40B4-BE49-F238E27FC236}">
                <a16:creationId xmlns:a16="http://schemas.microsoft.com/office/drawing/2014/main" id="{C7DAA2F3-BEF0-D3D1-113D-F77695B62E33}"/>
              </a:ext>
            </a:extLst>
          </p:cNvPr>
          <p:cNvSpPr/>
          <p:nvPr/>
        </p:nvSpPr>
        <p:spPr>
          <a:xfrm>
            <a:off x="3832585" y="295444"/>
            <a:ext cx="4397358" cy="6422271"/>
          </a:xfrm>
          <a:prstGeom prst="rect">
            <a:avLst/>
          </a:prstGeom>
          <a:noFill/>
        </p:spPr>
        <p:txBody>
          <a:bodyPr wrap="square" lIns="91440" tIns="45720" rIns="91440" bIns="45720" anchor="t">
            <a:spAutoFit/>
          </a:bodyPr>
          <a:lstStyle/>
          <a:p>
            <a:pPr marL="0" marR="0" lvl="0" indent="0" algn="just"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mj-lt"/>
                <a:ea typeface="Calibri"/>
                <a:cs typeface="Arial" panose="020B0604020202020204" pitchFamily="34" charset="0"/>
              </a:rPr>
              <a:t> </a:t>
            </a:r>
            <a:r>
              <a:rPr lang="en-US" sz="1200" b="1" i="1" dirty="0">
                <a:solidFill>
                  <a:srgbClr val="000000"/>
                </a:solidFill>
                <a:latin typeface="+mj-lt"/>
                <a:ea typeface="Calibri"/>
                <a:cs typeface="Arial" panose="020B0604020202020204" pitchFamily="34" charset="0"/>
              </a:rPr>
              <a:t>Senior Consultant</a:t>
            </a:r>
            <a:endParaRPr lang="en-US" dirty="0">
              <a:latin typeface="+mj-lt"/>
              <a:cs typeface="Arial" panose="020B0604020202020204" pitchFamily="34" charset="0"/>
            </a:endParaRPr>
          </a:p>
          <a:p>
            <a:pPr marL="0">
              <a:spcAft>
                <a:spcPts val="400"/>
              </a:spcAft>
              <a:defRPr/>
            </a:pPr>
            <a:r>
              <a:rPr lang="en-US" sz="1100" b="1" dirty="0">
                <a:solidFill>
                  <a:srgbClr val="000000"/>
                </a:solidFill>
                <a:latin typeface="+mj-lt"/>
                <a:ea typeface="Calibri"/>
                <a:cs typeface="Arial" panose="020B0604020202020204" pitchFamily="34" charset="0"/>
              </a:rPr>
              <a:t>Capgemini Engineering  (</a:t>
            </a:r>
            <a:r>
              <a:rPr lang="en-US" sz="1100" b="1" dirty="0">
                <a:solidFill>
                  <a:prstClr val="black"/>
                </a:solidFill>
                <a:latin typeface="+mj-lt"/>
                <a:ea typeface="+mn-lt"/>
                <a:cs typeface="Arial" panose="020B0604020202020204" pitchFamily="34" charset="0"/>
              </a:rPr>
              <a:t>Mar</a:t>
            </a:r>
            <a:r>
              <a:rPr lang="en-US" sz="1100" b="1" dirty="0">
                <a:solidFill>
                  <a:srgbClr val="000000"/>
                </a:solidFill>
                <a:latin typeface="+mj-lt"/>
                <a:ea typeface="Calibri"/>
                <a:cs typeface="Arial" panose="020B0604020202020204" pitchFamily="34" charset="0"/>
              </a:rPr>
              <a:t> 2025 - Present)</a:t>
            </a:r>
          </a:p>
          <a:p>
            <a:pPr marL="0">
              <a:spcAft>
                <a:spcPts val="400"/>
              </a:spcAft>
              <a:defRPr/>
            </a:pPr>
            <a:endParaRPr lang="en-IN" sz="1100" dirty="0">
              <a:solidFill>
                <a:prstClr val="black"/>
              </a:solidFill>
              <a:latin typeface="+mj-lt"/>
              <a:ea typeface="+mn-lt"/>
              <a:cs typeface="Arial" panose="020B0604020202020204" pitchFamily="34" charset="0"/>
            </a:endParaRPr>
          </a:p>
          <a:p>
            <a:pPr>
              <a:spcAft>
                <a:spcPts val="400"/>
              </a:spcAft>
              <a:defRPr/>
            </a:pPr>
            <a:r>
              <a:rPr lang="en-US" sz="1100" b="1" dirty="0">
                <a:solidFill>
                  <a:prstClr val="black"/>
                </a:solidFill>
                <a:latin typeface="+mj-lt"/>
                <a:ea typeface="+mn-lt"/>
                <a:cs typeface="Arial" panose="020B0604020202020204" pitchFamily="34" charset="0"/>
              </a:rPr>
              <a:t>TITLE: Smart Oven Project [Happiest Minds] [Feb 2024 – Mar 2025]</a:t>
            </a:r>
          </a:p>
          <a:p>
            <a:pPr marL="171450" indent="-171450">
              <a:buFont typeface="Arial" panose="020B0604020202020204" pitchFamily="34" charset="0"/>
              <a:buChar char="•"/>
            </a:pPr>
            <a:r>
              <a:rPr lang="en-US" sz="1100" dirty="0">
                <a:effectLst/>
                <a:latin typeface="+mj-lt"/>
                <a:cs typeface="Arial" panose="020B0604020202020204" pitchFamily="34" charset="0"/>
              </a:rPr>
              <a:t>Have been responsible for implementing and deploying custom modules in the Azure IoT Edge ecosystem, primarily using C programming language for building high-performance, scalable, and reliable edge modules</a:t>
            </a:r>
          </a:p>
          <a:p>
            <a:pPr marL="171450" indent="-171450">
              <a:buFont typeface="Arial" panose="020B0604020202020204" pitchFamily="34" charset="0"/>
              <a:buChar char="•"/>
            </a:pPr>
            <a:r>
              <a:rPr lang="en-US" sz="1100" dirty="0">
                <a:effectLst/>
                <a:latin typeface="+mj-lt"/>
                <a:cs typeface="Arial" panose="020B0604020202020204" pitchFamily="34" charset="0"/>
              </a:rPr>
              <a:t>Worked extensively with routes and direct communication in </a:t>
            </a:r>
            <a:r>
              <a:rPr lang="en-US" sz="1100" dirty="0">
                <a:latin typeface="+mj-lt"/>
                <a:cs typeface="Arial" panose="020B0604020202020204" pitchFamily="34" charset="0"/>
              </a:rPr>
              <a:t>Azure </a:t>
            </a:r>
            <a:r>
              <a:rPr lang="en-US" sz="1100" dirty="0">
                <a:effectLst/>
                <a:latin typeface="+mj-lt"/>
                <a:cs typeface="Arial" panose="020B0604020202020204" pitchFamily="34" charset="0"/>
              </a:rPr>
              <a:t>IoT Edge, setting up routing rules for message forwarding between edge devices and cloud services, optimizing communication patterns and enhancing system reliability.</a:t>
            </a:r>
          </a:p>
          <a:p>
            <a:pPr marL="171450" indent="-171450">
              <a:buFont typeface="Arial" panose="020B0604020202020204" pitchFamily="34" charset="0"/>
              <a:buChar char="•"/>
            </a:pPr>
            <a:r>
              <a:rPr lang="en-US" sz="1100" dirty="0">
                <a:effectLst/>
                <a:latin typeface="+mj-lt"/>
                <a:cs typeface="Arial" panose="020B0604020202020204" pitchFamily="34" charset="0"/>
              </a:rPr>
              <a:t>Built and maintained efficient Docker containerized images for custom edge modules using CMakefile and Makefile for various platforms like arm64v8, amd64 and amd32, streamlining the process of deployment and scaling across multiple edge modules</a:t>
            </a:r>
          </a:p>
          <a:p>
            <a:pPr marL="171450" indent="-171450">
              <a:buFont typeface="Arial" panose="020B0604020202020204" pitchFamily="34" charset="0"/>
              <a:buChar char="•"/>
            </a:pPr>
            <a:r>
              <a:rPr lang="en-US" sz="1100" dirty="0">
                <a:effectLst/>
                <a:latin typeface="+mj-lt"/>
                <a:cs typeface="Arial" panose="020B0604020202020204" pitchFamily="34" charset="0"/>
              </a:rPr>
              <a:t>Also implemented kernel and user space device drivers for control and read data from hardware devices which all connected with (</a:t>
            </a:r>
            <a:r>
              <a:rPr lang="en-US" sz="1100" dirty="0" err="1">
                <a:effectLst/>
                <a:latin typeface="+mj-lt"/>
                <a:cs typeface="Arial" panose="020B0604020202020204" pitchFamily="34" charset="0"/>
              </a:rPr>
              <a:t>nVIDIA</a:t>
            </a:r>
            <a:r>
              <a:rPr lang="en-US" sz="1100" dirty="0">
                <a:effectLst/>
                <a:latin typeface="+mj-lt"/>
                <a:cs typeface="Arial" panose="020B0604020202020204" pitchFamily="34" charset="0"/>
              </a:rPr>
              <a:t>) Orin Nano board through various communication protocols.</a:t>
            </a:r>
          </a:p>
          <a:p>
            <a:endParaRPr lang="en-US" sz="1100" b="1" dirty="0">
              <a:effectLst/>
              <a:latin typeface="+mj-lt"/>
              <a:cs typeface="Arial" panose="020B0604020202020204" pitchFamily="34" charset="0"/>
            </a:endParaRPr>
          </a:p>
          <a:p>
            <a:r>
              <a:rPr lang="en-US" sz="1100" b="1" dirty="0">
                <a:effectLst/>
                <a:latin typeface="+mj-lt"/>
                <a:cs typeface="Arial" panose="020B0604020202020204" pitchFamily="34" charset="0"/>
              </a:rPr>
              <a:t>TITLE: ORU 5G Radio Unit [VVDN Technologies] [</a:t>
            </a:r>
            <a:r>
              <a:rPr lang="en-US" sz="1100" b="1" dirty="0">
                <a:latin typeface="+mj-lt"/>
                <a:cs typeface="Arial" panose="020B0604020202020204" pitchFamily="34" charset="0"/>
              </a:rPr>
              <a:t>Aug</a:t>
            </a:r>
            <a:r>
              <a:rPr lang="en-US" sz="1100" b="1" dirty="0">
                <a:effectLst/>
                <a:latin typeface="+mj-lt"/>
                <a:cs typeface="Arial" panose="020B0604020202020204" pitchFamily="34" charset="0"/>
              </a:rPr>
              <a:t> 2021 – Feb 2024]</a:t>
            </a:r>
            <a:endParaRPr lang="en-US" sz="1100" dirty="0">
              <a:effectLst/>
              <a:latin typeface="+mj-lt"/>
              <a:cs typeface="Arial" panose="020B0604020202020204" pitchFamily="34" charset="0"/>
            </a:endParaRPr>
          </a:p>
          <a:p>
            <a:pPr marL="171450" indent="-171450">
              <a:buFont typeface="Arial" panose="020B0604020202020204" pitchFamily="34" charset="0"/>
              <a:buChar char="•"/>
            </a:pPr>
            <a:r>
              <a:rPr lang="en-US" sz="1100" dirty="0">
                <a:effectLst/>
                <a:latin typeface="+mj-lt"/>
                <a:cs typeface="Arial" panose="020B0604020202020204" pitchFamily="34" charset="0"/>
              </a:rPr>
              <a:t>Acted as a key point of contact for technical queries and provided timely support to stakeholders, contributing to overall project success. As a senior software engineer worked with various 3GPP bands and 7.2 split options for 5G radio software</a:t>
            </a:r>
          </a:p>
          <a:p>
            <a:pPr marL="171450" indent="-171450">
              <a:buFont typeface="Arial" panose="020B0604020202020204" pitchFamily="34" charset="0"/>
              <a:buChar char="•"/>
            </a:pPr>
            <a:r>
              <a:rPr lang="en-US" sz="1100" dirty="0">
                <a:effectLst/>
                <a:latin typeface="+mj-lt"/>
                <a:cs typeface="Arial" panose="020B0604020202020204" pitchFamily="34" charset="0"/>
              </a:rPr>
              <a:t>Performed rigorous testing and debugging to identify and resolve software issues, ensuring high-quality deliverables. Troubleshoot and resolve any issues related to the management plane (M-Plane) software.</a:t>
            </a:r>
          </a:p>
          <a:p>
            <a:pPr marL="171450" indent="-171450">
              <a:buFont typeface="Arial" panose="020B0604020202020204" pitchFamily="34" charset="0"/>
              <a:buChar char="•"/>
            </a:pPr>
            <a:r>
              <a:rPr lang="en-US" sz="1100" dirty="0">
                <a:effectLst/>
                <a:latin typeface="+mj-lt"/>
                <a:cs typeface="Arial" panose="020B0604020202020204" pitchFamily="34" charset="0"/>
              </a:rPr>
              <a:t>Good knowledge in </a:t>
            </a:r>
            <a:r>
              <a:rPr lang="en-US" sz="1100" dirty="0" err="1">
                <a:effectLst/>
                <a:latin typeface="+mj-lt"/>
                <a:cs typeface="Arial" panose="020B0604020202020204" pitchFamily="34" charset="0"/>
              </a:rPr>
              <a:t>sysrepo</a:t>
            </a:r>
            <a:r>
              <a:rPr lang="en-US" sz="1100" dirty="0">
                <a:effectLst/>
                <a:latin typeface="+mj-lt"/>
                <a:cs typeface="Arial" panose="020B0604020202020204" pitchFamily="34" charset="0"/>
              </a:rPr>
              <a:t> and </a:t>
            </a:r>
            <a:r>
              <a:rPr lang="en-US" sz="1100" dirty="0" err="1">
                <a:effectLst/>
                <a:latin typeface="+mj-lt"/>
                <a:cs typeface="Arial" panose="020B0604020202020204" pitchFamily="34" charset="0"/>
              </a:rPr>
              <a:t>netopeer</a:t>
            </a:r>
            <a:r>
              <a:rPr lang="en-US" sz="1100" dirty="0">
                <a:effectLst/>
                <a:latin typeface="+mj-lt"/>
                <a:cs typeface="Arial" panose="020B0604020202020204" pitchFamily="34" charset="0"/>
              </a:rPr>
              <a:t> support on projects that support 5G development by providing a YANG-based datastore and a NETCONF server for managing 5G applications and devices. Manage the configuration, operation, and performance of the O-RU using YANG data models and RPC methods.</a:t>
            </a:r>
            <a:endParaRPr lang="en-US" sz="1100" b="1" dirty="0">
              <a:effectLst/>
              <a:latin typeface="+mj-lt"/>
              <a:cs typeface="Arial" panose="020B0604020202020204" pitchFamily="34" charset="0"/>
            </a:endParaRPr>
          </a:p>
          <a:p>
            <a:endParaRPr lang="en-US" sz="1100" dirty="0">
              <a:solidFill>
                <a:prstClr val="black"/>
              </a:solidFill>
              <a:latin typeface="Arial" panose="020B0604020202020204" pitchFamily="34" charset="0"/>
              <a:ea typeface="+mn-lt"/>
              <a:cs typeface="Arial" panose="020B0604020202020204" pitchFamily="34" charset="0"/>
            </a:endParaRPr>
          </a:p>
        </p:txBody>
      </p:sp>
      <p:sp>
        <p:nvSpPr>
          <p:cNvPr id="3" name="Rectangle 2">
            <a:extLst>
              <a:ext uri="{FF2B5EF4-FFF2-40B4-BE49-F238E27FC236}">
                <a16:creationId xmlns:a16="http://schemas.microsoft.com/office/drawing/2014/main" id="{E2B5074B-1154-8CB4-60EA-972248477CAD}"/>
              </a:ext>
            </a:extLst>
          </p:cNvPr>
          <p:cNvSpPr/>
          <p:nvPr/>
        </p:nvSpPr>
        <p:spPr>
          <a:xfrm>
            <a:off x="8206483" y="291406"/>
            <a:ext cx="3727513" cy="4647426"/>
          </a:xfrm>
          <a:prstGeom prst="rect">
            <a:avLst/>
          </a:prstGeom>
        </p:spPr>
        <p:txBody>
          <a:bodyPr wrap="square" lIns="91440" tIns="45720" rIns="91440" bIns="45720" anchor="t">
            <a:spAutoFit/>
          </a:bodyPr>
          <a:lstStyle/>
          <a:p>
            <a:pPr>
              <a:spcAft>
                <a:spcPts val="400"/>
              </a:spcAft>
              <a:defRPr/>
            </a:pPr>
            <a:r>
              <a:rPr lang="en-US" sz="1100" b="1" dirty="0">
                <a:solidFill>
                  <a:prstClr val="black"/>
                </a:solidFill>
                <a:latin typeface="+mj-lt"/>
                <a:ea typeface="+mn-lt"/>
                <a:cs typeface="Arial" panose="020B0604020202020204" pitchFamily="34" charset="0"/>
              </a:rPr>
              <a:t>TITLE: Unmanned Ground Vehicle [Premier Astra (Client : BEL)] [Mar 2021 – Aug 2021]</a:t>
            </a:r>
          </a:p>
          <a:p>
            <a:pPr marL="171450" indent="-171450">
              <a:buFont typeface="Arial" panose="020B0604020202020204" pitchFamily="34" charset="0"/>
              <a:buChar char="•"/>
            </a:pPr>
            <a:r>
              <a:rPr lang="en-US" sz="1100" dirty="0">
                <a:latin typeface="+mj-lt"/>
                <a:cs typeface="Arial" panose="020B0604020202020204" pitchFamily="34" charset="0"/>
              </a:rPr>
              <a:t>Developed a C program for an NXP microcontroller that controls the speed and direction for four motor controllers.</a:t>
            </a:r>
          </a:p>
          <a:p>
            <a:pPr marL="171450" indent="-171450">
              <a:buFont typeface="Arial" panose="020B0604020202020204" pitchFamily="34" charset="0"/>
              <a:buChar char="•"/>
            </a:pPr>
            <a:r>
              <a:rPr lang="en-US" sz="1100" dirty="0">
                <a:effectLst/>
                <a:latin typeface="+mj-lt"/>
                <a:cs typeface="Arial" panose="020B0604020202020204" pitchFamily="34" charset="0"/>
              </a:rPr>
              <a:t>This receives input via UART as predefined communication data format which contains SRC, DES, data </a:t>
            </a:r>
            <a:r>
              <a:rPr lang="en-US" sz="1100" dirty="0">
                <a:latin typeface="+mj-lt"/>
                <a:cs typeface="Arial" panose="020B0604020202020204" pitchFamily="34" charset="0"/>
              </a:rPr>
              <a:t>length, data and checksum for protect data loss </a:t>
            </a:r>
            <a:r>
              <a:rPr lang="en-US" sz="1100" dirty="0">
                <a:effectLst/>
                <a:latin typeface="+mj-lt"/>
                <a:cs typeface="Arial" panose="020B0604020202020204" pitchFamily="34" charset="0"/>
              </a:rPr>
              <a:t>and communicates with the motor controllers using the CAN protocol.</a:t>
            </a:r>
          </a:p>
          <a:p>
            <a:endParaRPr lang="en-US" sz="1100" dirty="0">
              <a:latin typeface="+mj-lt"/>
              <a:cs typeface="Arial" panose="020B0604020202020204" pitchFamily="34" charset="0"/>
            </a:endParaRPr>
          </a:p>
          <a:p>
            <a:pPr>
              <a:spcAft>
                <a:spcPts val="400"/>
              </a:spcAft>
              <a:defRPr/>
            </a:pPr>
            <a:r>
              <a:rPr lang="en-US" sz="1100" b="1" dirty="0">
                <a:solidFill>
                  <a:prstClr val="black"/>
                </a:solidFill>
                <a:latin typeface="+mj-lt"/>
                <a:ea typeface="+mn-lt"/>
                <a:cs typeface="Arial" panose="020B0604020202020204" pitchFamily="34" charset="0"/>
              </a:rPr>
              <a:t>TITLE: Machine Monitoring Unit [Schnell Energy] [Jun 2020 – Mar 2021]</a:t>
            </a:r>
          </a:p>
          <a:p>
            <a:pPr marL="171450" indent="-171450">
              <a:buFont typeface="Arial" panose="020B0604020202020204" pitchFamily="34" charset="0"/>
              <a:buChar char="•"/>
            </a:pPr>
            <a:r>
              <a:rPr lang="en-US" sz="1100" dirty="0">
                <a:effectLst/>
                <a:latin typeface="+mj-lt"/>
                <a:cs typeface="Arial" panose="020B0604020202020204" pitchFamily="34" charset="0"/>
              </a:rPr>
              <a:t>Managed plug &amp; play sensor event handling, sensor identification and resource allocation over FreeRTOS.</a:t>
            </a:r>
          </a:p>
          <a:p>
            <a:pPr marL="171450" indent="-171450">
              <a:buFont typeface="Arial" panose="020B0604020202020204" pitchFamily="34" charset="0"/>
              <a:buChar char="•"/>
            </a:pPr>
            <a:r>
              <a:rPr lang="en-US" sz="1100" dirty="0">
                <a:effectLst/>
                <a:latin typeface="+mj-lt"/>
                <a:cs typeface="Arial" panose="020B0604020202020204" pitchFamily="34" charset="0"/>
              </a:rPr>
              <a:t>Developed NXP Micro-Controller RTOS based low- and high-level drivers for different sensor devices using peripheral protocols like Single Wire Protocol (SWP and UNI/O® Bus), UART, SPI and I2C.</a:t>
            </a:r>
          </a:p>
          <a:p>
            <a:pPr marL="171450" indent="-171450">
              <a:buFont typeface="Arial" panose="020B0604020202020204" pitchFamily="34" charset="0"/>
              <a:buChar char="•"/>
            </a:pPr>
            <a:endParaRPr lang="en-US" sz="1100" dirty="0">
              <a:effectLst/>
              <a:latin typeface="+mj-lt"/>
              <a:cs typeface="Arial" panose="020B0604020202020204" pitchFamily="34" charset="0"/>
            </a:endParaRPr>
          </a:p>
          <a:p>
            <a:pPr>
              <a:spcAft>
                <a:spcPts val="400"/>
              </a:spcAft>
              <a:defRPr/>
            </a:pPr>
            <a:r>
              <a:rPr lang="en-US" sz="1100" b="1" dirty="0">
                <a:solidFill>
                  <a:prstClr val="black"/>
                </a:solidFill>
                <a:latin typeface="+mj-lt"/>
                <a:ea typeface="+mn-lt"/>
                <a:cs typeface="Arial" panose="020B0604020202020204" pitchFamily="34" charset="0"/>
              </a:rPr>
              <a:t>TITLE: Firmware Development [Yantra] [Mar 2017 – Mar 2020]</a:t>
            </a:r>
          </a:p>
          <a:p>
            <a:pPr marL="171450" indent="-171450">
              <a:buFont typeface="Arial" panose="020B0604020202020204" pitchFamily="34" charset="0"/>
              <a:buChar char="•"/>
            </a:pPr>
            <a:r>
              <a:rPr lang="en-US" sz="1100" dirty="0">
                <a:effectLst/>
                <a:latin typeface="+mj-lt"/>
                <a:cs typeface="Arial" panose="020B0604020202020204" pitchFamily="34" charset="0"/>
              </a:rPr>
              <a:t>Mobile starter can collect current, voltage and runtime details using various peripherals, including I2C, SPI and UART on PIC Micro-controller and send it as a message and sent it to customer through GSM module.</a:t>
            </a:r>
          </a:p>
          <a:p>
            <a:pPr marL="171450" indent="-171450">
              <a:buFont typeface="Arial" panose="020B0604020202020204" pitchFamily="34" charset="0"/>
              <a:buChar char="•"/>
            </a:pPr>
            <a:r>
              <a:rPr lang="en-US" sz="1100" dirty="0">
                <a:effectLst/>
                <a:latin typeface="+mj-lt"/>
                <a:cs typeface="Arial" panose="020B0604020202020204" pitchFamily="34" charset="0"/>
              </a:rPr>
              <a:t>Designed and developed full product (hardware and software) of vehicle locator device using GSM+GPS module.</a:t>
            </a:r>
          </a:p>
          <a:p>
            <a:endParaRPr lang="en-US" sz="1100" dirty="0">
              <a:effectLst/>
              <a:latin typeface="+mj-lt"/>
              <a:cs typeface="Arial" panose="020B0604020202020204" pitchFamily="34" charset="0"/>
            </a:endParaRPr>
          </a:p>
        </p:txBody>
      </p:sp>
      <p:sp>
        <p:nvSpPr>
          <p:cNvPr id="8" name="Rectangle 7">
            <a:extLst>
              <a:ext uri="{FF2B5EF4-FFF2-40B4-BE49-F238E27FC236}">
                <a16:creationId xmlns:a16="http://schemas.microsoft.com/office/drawing/2014/main" id="{CADB2CCE-AB97-21C7-508E-B531A14249AF}"/>
              </a:ext>
            </a:extLst>
          </p:cNvPr>
          <p:cNvSpPr/>
          <p:nvPr/>
        </p:nvSpPr>
        <p:spPr>
          <a:xfrm>
            <a:off x="8376765" y="2722180"/>
            <a:ext cx="184731" cy="275460"/>
          </a:xfrm>
          <a:prstGeom prst="rect">
            <a:avLst/>
          </a:prstGeom>
        </p:spPr>
        <p:txBody>
          <a:bodyPr wrap="none">
            <a:spAutoFit/>
          </a:bodyPr>
          <a:lstStyle/>
          <a:p>
            <a:pPr marL="0" marR="0" lvl="0" indent="0" algn="l" defTabSz="957756" rtl="0" eaLnBrk="1" fontAlgn="auto" latinLnBrk="0" hangingPunct="1">
              <a:lnSpc>
                <a:spcPct val="85000"/>
              </a:lnSpc>
              <a:spcBef>
                <a:spcPct val="30000"/>
              </a:spcBef>
              <a:spcAft>
                <a:spcPts val="0"/>
              </a:spcAft>
              <a:buClr>
                <a:srgbClr val="A50021"/>
              </a:buClr>
              <a:buSzPct val="80000"/>
              <a:buFontTx/>
              <a:buNone/>
              <a:tabLst/>
              <a:defRPr/>
            </a:pPr>
            <a:endParaRPr kumimoji="0" lang="en-US" sz="1400" b="1" i="0" u="none" strike="noStrike" kern="1200" cap="none" spc="0" normalizeH="0" baseline="0" noProof="0">
              <a:ln>
                <a:noFill/>
              </a:ln>
              <a:solidFill>
                <a:srgbClr val="098B98"/>
              </a:solidFill>
              <a:effectLst/>
              <a:uLnTx/>
              <a:uFillTx/>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5CF5C32C-5730-885D-7ABD-54A37C6D739E}"/>
              </a:ext>
            </a:extLst>
          </p:cNvPr>
          <p:cNvSpPr txBox="1"/>
          <p:nvPr/>
        </p:nvSpPr>
        <p:spPr>
          <a:xfrm>
            <a:off x="4324" y="4939879"/>
            <a:ext cx="3693495" cy="430887"/>
          </a:xfrm>
          <a:prstGeom prst="rect">
            <a:avLst/>
          </a:prstGeom>
          <a:noFill/>
        </p:spPr>
        <p:txBody>
          <a:bodyPr wrap="square" lIns="91440" tIns="45720" rIns="91440" bIns="45720" rtlCol="0" anchor="t">
            <a:spAutoFit/>
          </a:bodyPr>
          <a:lstStyle/>
          <a:p>
            <a:pPr marL="171450" lvl="1" indent="-171450">
              <a:buFont typeface="Arial" panose="020B0604020202020204" pitchFamily="34" charset="0"/>
              <a:buChar char="•"/>
              <a:defRPr/>
            </a:pPr>
            <a:r>
              <a:rPr lang="en-US" sz="1100">
                <a:solidFill>
                  <a:prstClr val="black"/>
                </a:solidFill>
                <a:latin typeface="+mj-lt"/>
                <a:ea typeface="+mn-lt"/>
                <a:cs typeface="Arial" panose="020B0604020202020204" pitchFamily="34" charset="0"/>
              </a:rPr>
              <a:t>Diploma </a:t>
            </a:r>
            <a:r>
              <a:rPr lang="en-US" sz="1100" dirty="0">
                <a:solidFill>
                  <a:prstClr val="black"/>
                </a:solidFill>
                <a:latin typeface="+mj-lt"/>
                <a:ea typeface="+mn-lt"/>
                <a:cs typeface="Arial" panose="020B0604020202020204" pitchFamily="34" charset="0"/>
              </a:rPr>
              <a:t>in Electronics and Communication Engineering </a:t>
            </a:r>
            <a:r>
              <a:rPr lang="en-US" sz="1100">
                <a:solidFill>
                  <a:prstClr val="black"/>
                </a:solidFill>
                <a:latin typeface="+mj-lt"/>
                <a:ea typeface="+mn-lt"/>
                <a:cs typeface="Arial" panose="020B0604020202020204" pitchFamily="34" charset="0"/>
              </a:rPr>
              <a:t>from GPTC</a:t>
            </a:r>
            <a:endParaRPr lang="en-US" sz="1100" dirty="0">
              <a:solidFill>
                <a:prstClr val="black"/>
              </a:solidFill>
              <a:latin typeface="+mj-lt"/>
              <a:ea typeface="+mn-lt"/>
              <a:cs typeface="Arial" panose="020B0604020202020204" pitchFamily="34" charset="0"/>
            </a:endParaRPr>
          </a:p>
        </p:txBody>
      </p:sp>
      <p:pic>
        <p:nvPicPr>
          <p:cNvPr id="6" name="Picture 5">
            <a:extLst>
              <a:ext uri="{FF2B5EF4-FFF2-40B4-BE49-F238E27FC236}">
                <a16:creationId xmlns:a16="http://schemas.microsoft.com/office/drawing/2014/main" id="{FB3B7D84-ED48-AAA9-F92D-1ACC8409936D}"/>
              </a:ext>
            </a:extLst>
          </p:cNvPr>
          <p:cNvPicPr>
            <a:picLocks noChangeAspect="1"/>
          </p:cNvPicPr>
          <p:nvPr/>
        </p:nvPicPr>
        <p:blipFill>
          <a:blip r:embed="rId6">
            <a:extLst>
              <a:ext uri="{28A0092B-C50C-407E-A947-70E740481C1C}">
                <a14:useLocalDpi xmlns:a14="http://schemas.microsoft.com/office/drawing/2010/main" val="0"/>
              </a:ext>
            </a:extLst>
          </a:blip>
          <a:srcRect l="440" t="1955" r="-440" b="21077"/>
          <a:stretch/>
        </p:blipFill>
        <p:spPr>
          <a:xfrm>
            <a:off x="72482" y="507663"/>
            <a:ext cx="1443898" cy="1428740"/>
          </a:xfrm>
          <a:prstGeom prst="ellipse">
            <a:avLst/>
          </a:prstGeom>
        </p:spPr>
      </p:pic>
      <p:sp>
        <p:nvSpPr>
          <p:cNvPr id="5" name="TextBox 4">
            <a:extLst>
              <a:ext uri="{FF2B5EF4-FFF2-40B4-BE49-F238E27FC236}">
                <a16:creationId xmlns:a16="http://schemas.microsoft.com/office/drawing/2014/main" id="{769B6581-34D1-C9E5-9A06-2F759DB4E05A}"/>
              </a:ext>
            </a:extLst>
          </p:cNvPr>
          <p:cNvSpPr txBox="1"/>
          <p:nvPr/>
        </p:nvSpPr>
        <p:spPr>
          <a:xfrm>
            <a:off x="8183022" y="4719541"/>
            <a:ext cx="3727513" cy="1892826"/>
          </a:xfrm>
          <a:prstGeom prst="rect">
            <a:avLst/>
          </a:prstGeom>
          <a:noFill/>
        </p:spPr>
        <p:txBody>
          <a:bodyPr wrap="square">
            <a:spAutoFit/>
          </a:bodyPr>
          <a:lstStyle/>
          <a:p>
            <a:pPr marL="0" marR="0" lvl="2" indent="0" algn="l" defTabSz="914400" rtl="0" eaLnBrk="1" fontAlgn="base" latinLnBrk="0" hangingPunct="1">
              <a:lnSpc>
                <a:spcPct val="150000"/>
              </a:lnSpc>
              <a:spcBef>
                <a:spcPts val="0"/>
              </a:spcBef>
              <a:spcAft>
                <a:spcPts val="0"/>
              </a:spcAft>
              <a:buClr>
                <a:srgbClr val="0070AD"/>
              </a:buClr>
              <a:buSzPct val="100000"/>
              <a:buFontTx/>
              <a:buNone/>
              <a:tabLst>
                <a:tab pos="6464300" algn="r"/>
              </a:tabLst>
              <a:defRPr/>
            </a:pPr>
            <a:r>
              <a:rPr kumimoji="0" lang="fr-FR" sz="1200" b="1" i="0" u="none" strike="noStrike" kern="1200" cap="none" spc="0" normalizeH="0" baseline="0" noProof="0" dirty="0">
                <a:ln>
                  <a:noFill/>
                </a:ln>
                <a:solidFill>
                  <a:schemeClr val="accent1"/>
                </a:solidFill>
                <a:effectLst/>
                <a:uLnTx/>
                <a:uFillTx/>
                <a:latin typeface="+mj-lt"/>
                <a:ea typeface="Calibri"/>
                <a:cs typeface="Arial" panose="020B0604020202020204" pitchFamily="34" charset="0"/>
              </a:rPr>
              <a:t>KEY SKILLS</a:t>
            </a:r>
            <a:endParaRPr lang="en-US" sz="1100" dirty="0">
              <a:solidFill>
                <a:prstClr val="black"/>
              </a:solidFill>
              <a:latin typeface="+mj-lt"/>
              <a:ea typeface="+mn-lt"/>
              <a:cs typeface="Arial" panose="020B0604020202020204" pitchFamily="34" charset="0"/>
            </a:endParaRPr>
          </a:p>
          <a:p>
            <a:pPr marL="171450" indent="-171450" algn="l">
              <a:buFont typeface="Arial" panose="020B0604020202020204" pitchFamily="34" charset="0"/>
              <a:buChar char="•"/>
            </a:pPr>
            <a:r>
              <a:rPr lang="en-US" sz="1100" b="1" dirty="0">
                <a:solidFill>
                  <a:prstClr val="black"/>
                </a:solidFill>
                <a:latin typeface="+mj-lt"/>
                <a:ea typeface="+mn-lt"/>
                <a:cs typeface="Arial" panose="020B0604020202020204" pitchFamily="34" charset="0"/>
              </a:rPr>
              <a:t>Languages &amp; Technologies: - </a:t>
            </a:r>
            <a:r>
              <a:rPr lang="en-US" sz="1100" dirty="0">
                <a:solidFill>
                  <a:prstClr val="black"/>
                </a:solidFill>
                <a:latin typeface="+mj-lt"/>
                <a:ea typeface="+mn-lt"/>
                <a:cs typeface="Arial" panose="020B0604020202020204" pitchFamily="34" charset="0"/>
              </a:rPr>
              <a:t>C, Embedded C, Embedded Linux, Linux Kernel / Device Driver, Shell Script, C++ (Basics), RTOS, Peta-Linux, Azure IoT Hub / Edge, Docker Containers, Linux Kernel / Device Driver</a:t>
            </a:r>
          </a:p>
          <a:p>
            <a:pPr marL="171450" indent="-171450" algn="l">
              <a:buFont typeface="Arial" panose="020B0604020202020204" pitchFamily="34" charset="0"/>
              <a:buChar char="•"/>
            </a:pPr>
            <a:r>
              <a:rPr lang="en-US" sz="1100" b="1" dirty="0">
                <a:solidFill>
                  <a:prstClr val="black"/>
                </a:solidFill>
                <a:latin typeface="+mj-lt"/>
                <a:ea typeface="+mn-lt"/>
                <a:cs typeface="Arial" panose="020B0604020202020204" pitchFamily="34" charset="0"/>
              </a:rPr>
              <a:t>Controllers / Processors : -</a:t>
            </a:r>
            <a:r>
              <a:rPr lang="en-US" sz="1100" dirty="0">
                <a:solidFill>
                  <a:prstClr val="black"/>
                </a:solidFill>
                <a:latin typeface="+mj-lt"/>
                <a:ea typeface="+mn-lt"/>
                <a:cs typeface="Arial" panose="020B0604020202020204" pitchFamily="34" charset="0"/>
              </a:rPr>
              <a:t> </a:t>
            </a:r>
            <a:r>
              <a:rPr lang="en-IN" sz="1100" dirty="0">
                <a:solidFill>
                  <a:prstClr val="black"/>
                </a:solidFill>
                <a:latin typeface="+mj-lt"/>
                <a:ea typeface="+mn-lt"/>
                <a:cs typeface="Arial" panose="020B0604020202020204" pitchFamily="34" charset="0"/>
              </a:rPr>
              <a:t>NXP, TI, PIC, Arduino, Raspberry Pi, BBB Rev C, Orin Nano and Xilinx SoCs</a:t>
            </a:r>
            <a:endParaRPr lang="en-US" sz="1100" dirty="0">
              <a:solidFill>
                <a:prstClr val="black"/>
              </a:solidFill>
              <a:latin typeface="+mj-lt"/>
              <a:ea typeface="+mn-lt"/>
              <a:cs typeface="Arial" panose="020B0604020202020204" pitchFamily="34" charset="0"/>
            </a:endParaRPr>
          </a:p>
          <a:p>
            <a:pPr marL="171450" indent="-171450" algn="l">
              <a:buFont typeface="Arial" panose="020B0604020202020204" pitchFamily="34" charset="0"/>
              <a:buChar char="•"/>
            </a:pPr>
            <a:r>
              <a:rPr lang="en-US" sz="1100" b="1" dirty="0">
                <a:solidFill>
                  <a:prstClr val="black"/>
                </a:solidFill>
                <a:latin typeface="+mj-lt"/>
                <a:ea typeface="+mn-lt"/>
                <a:cs typeface="Arial" panose="020B0604020202020204" pitchFamily="34" charset="0"/>
              </a:rPr>
              <a:t>Hardware &amp; Interface Protocols: -</a:t>
            </a:r>
            <a:r>
              <a:rPr lang="en-US" sz="1100" dirty="0">
                <a:solidFill>
                  <a:prstClr val="black"/>
                </a:solidFill>
                <a:latin typeface="+mj-lt"/>
                <a:ea typeface="+mn-lt"/>
                <a:cs typeface="Arial" panose="020B0604020202020204" pitchFamily="34" charset="0"/>
              </a:rPr>
              <a:t> UART, SPI, I²C, ADC, RTC, MQTT, Wi-Fi, TCP/IP, Single Wire, UNI/O Bus, GSM, GPS</a:t>
            </a:r>
          </a:p>
          <a:p>
            <a:pPr marL="171450" indent="-171450" algn="l">
              <a:buFont typeface="Arial" panose="020B0604020202020204" pitchFamily="34" charset="0"/>
              <a:buChar char="•"/>
            </a:pPr>
            <a:r>
              <a:rPr lang="en-US" sz="1100" b="1" dirty="0">
                <a:solidFill>
                  <a:prstClr val="black"/>
                </a:solidFill>
                <a:latin typeface="+mj-lt"/>
                <a:ea typeface="+mn-lt"/>
                <a:cs typeface="Arial" panose="020B0604020202020204" pitchFamily="34" charset="0"/>
              </a:rPr>
              <a:t>Development Tools: -</a:t>
            </a:r>
            <a:r>
              <a:rPr lang="en-US" sz="1100" dirty="0">
                <a:solidFill>
                  <a:prstClr val="black"/>
                </a:solidFill>
                <a:latin typeface="+mj-lt"/>
                <a:ea typeface="+mn-lt"/>
                <a:cs typeface="Arial" panose="020B0604020202020204" pitchFamily="34" charset="0"/>
              </a:rPr>
              <a:t> </a:t>
            </a:r>
            <a:r>
              <a:rPr lang="en-IN" sz="1100" dirty="0">
                <a:solidFill>
                  <a:prstClr val="black"/>
                </a:solidFill>
                <a:latin typeface="+mj-lt"/>
                <a:ea typeface="+mn-lt"/>
                <a:cs typeface="Arial" panose="020B0604020202020204" pitchFamily="34" charset="0"/>
              </a:rPr>
              <a:t>Git, Jira, SDLC, Click-up, Azure DevOps</a:t>
            </a:r>
            <a:endParaRPr lang="en-US" sz="1100" dirty="0">
              <a:solidFill>
                <a:prstClr val="black"/>
              </a:solidFill>
              <a:latin typeface="+mj-lt"/>
              <a:ea typeface="+mn-lt"/>
              <a:cs typeface="Arial" panose="020B0604020202020204" pitchFamily="34" charset="0"/>
            </a:endParaRPr>
          </a:p>
        </p:txBody>
      </p:sp>
    </p:spTree>
    <p:extLst>
      <p:ext uri="{BB962C8B-B14F-4D97-AF65-F5344CB8AC3E}">
        <p14:creationId xmlns:p14="http://schemas.microsoft.com/office/powerpoint/2010/main" val="3526278043"/>
      </p:ext>
    </p:extLst>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481</TotalTime>
  <Words>769</Words>
  <Application>Microsoft Office PowerPoint</Application>
  <PresentationFormat>Widescreen</PresentationFormat>
  <Paragraphs>45</Paragraphs>
  <Slides>1</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6" baseType="lpstr">
      <vt:lpstr>Arial</vt:lpstr>
      <vt:lpstr>Calibri</vt:lpstr>
      <vt:lpstr>Calibri Light</vt:lpstr>
      <vt:lpstr>office theme</vt:lpstr>
      <vt:lpstr>Diapositive think-cell</vt:lpstr>
      <vt:lpstr>Vijayapradap Murugavel Senior Consultant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Sunitha</dc:creator>
  <cp:lastModifiedBy>Murugavel, Vijayapradap</cp:lastModifiedBy>
  <cp:revision>113</cp:revision>
  <dcterms:created xsi:type="dcterms:W3CDTF">2024-02-22T11:08:14Z</dcterms:created>
  <dcterms:modified xsi:type="dcterms:W3CDTF">2025-03-24T09:37:51Z</dcterms:modified>
</cp:coreProperties>
</file>